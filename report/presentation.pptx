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1796" r:id="rId2"/>
    <p:sldId id="1804" r:id="rId3"/>
    <p:sldId id="1770" r:id="rId4"/>
    <p:sldId id="1808" r:id="rId5"/>
    <p:sldId id="1809" r:id="rId6"/>
    <p:sldId id="1810" r:id="rId7"/>
    <p:sldId id="1801" r:id="rId8"/>
    <p:sldId id="1811" r:id="rId9"/>
    <p:sldId id="1800" r:id="rId10"/>
    <p:sldId id="1812" r:id="rId11"/>
    <p:sldId id="1813" r:id="rId12"/>
    <p:sldId id="1789" r:id="rId13"/>
    <p:sldId id="1763" r:id="rId14"/>
    <p:sldId id="1814" r:id="rId15"/>
    <p:sldId id="1762" r:id="rId16"/>
    <p:sldId id="1759" r:id="rId17"/>
    <p:sldId id="1815" r:id="rId18"/>
    <p:sldId id="1764" r:id="rId19"/>
  </p:sldIdLst>
  <p:sldSz cx="12192000" cy="6858000"/>
  <p:notesSz cx="6858000" cy="9144000"/>
  <p:custDataLst>
    <p:tags r:id="rId2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" id="{C684DC81-D2C3-44A6-8941-05B53D2E0557}">
          <p14:sldIdLst>
            <p14:sldId id="1796"/>
            <p14:sldId id="1804"/>
            <p14:sldId id="1770"/>
            <p14:sldId id="1808"/>
            <p14:sldId id="1809"/>
            <p14:sldId id="1810"/>
            <p14:sldId id="1801"/>
            <p14:sldId id="1811"/>
            <p14:sldId id="1800"/>
            <p14:sldId id="1812"/>
            <p14:sldId id="1813"/>
            <p14:sldId id="1789"/>
            <p14:sldId id="1763"/>
            <p14:sldId id="1814"/>
            <p14:sldId id="1762"/>
            <p14:sldId id="1759"/>
            <p14:sldId id="1815"/>
          </p14:sldIdLst>
        </p14:section>
        <p14:section name="封底" id="{843E591D-6EE2-4691-951C-C0C689F22170}">
          <p14:sldIdLst>
            <p14:sldId id="1764"/>
          </p14:sldIdLst>
        </p14:section>
      </p14:sectionLst>
    </p:ext>
    <p:ext uri="{EFAFB233-063F-42B5-8137-9DF3F51BA10A}">
      <p15:sldGuideLst xmlns:p15="http://schemas.microsoft.com/office/powerpoint/2012/main">
        <p15:guide id="4" pos="3863" userDrawn="1">
          <p15:clr>
            <a:srgbClr val="A4A3A4"/>
          </p15:clr>
        </p15:guide>
        <p15:guide id="5" orient="horz" pos="1003" userDrawn="1">
          <p15:clr>
            <a:srgbClr val="A4A3A4"/>
          </p15:clr>
        </p15:guide>
        <p15:guide id="6" orient="horz" pos="1502" userDrawn="1">
          <p15:clr>
            <a:srgbClr val="A4A3A4"/>
          </p15:clr>
        </p15:guide>
        <p15:guide id="7" orient="horz" pos="3113" userDrawn="1">
          <p15:clr>
            <a:srgbClr val="A4A3A4"/>
          </p15:clr>
        </p15:guide>
        <p15:guide id="8" pos="2128" userDrawn="1">
          <p15:clr>
            <a:srgbClr val="A4A3A4"/>
          </p15:clr>
        </p15:guide>
        <p15:guide id="9" pos="4067" userDrawn="1">
          <p15:clr>
            <a:srgbClr val="A4A3A4"/>
          </p15:clr>
        </p15:guide>
        <p15:guide id="10" pos="5972" userDrawn="1">
          <p15:clr>
            <a:srgbClr val="A4A3A4"/>
          </p15:clr>
        </p15:guide>
        <p15:guide id="11" pos="5292" userDrawn="1">
          <p15:clr>
            <a:srgbClr val="A4A3A4"/>
          </p15:clr>
        </p15:guide>
        <p15:guide id="12" pos="227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E8E8"/>
    <a:srgbClr val="5C5C5C"/>
    <a:srgbClr val="A62038"/>
    <a:srgbClr val="CC9B8E"/>
    <a:srgbClr val="E0CFBD"/>
    <a:srgbClr val="F2F2F2"/>
    <a:srgbClr val="DBDBDB"/>
    <a:srgbClr val="404040"/>
    <a:srgbClr val="FEE848"/>
    <a:srgbClr val="E8510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43" autoAdjust="0"/>
    <p:restoredTop sz="84543" autoAdjust="0"/>
  </p:normalViewPr>
  <p:slideViewPr>
    <p:cSldViewPr snapToGrid="0" showGuides="1">
      <p:cViewPr varScale="1">
        <p:scale>
          <a:sx n="81" d="100"/>
          <a:sy n="81" d="100"/>
        </p:scale>
        <p:origin x="1200" y="56"/>
      </p:cViewPr>
      <p:guideLst>
        <p:guide pos="3863"/>
        <p:guide orient="horz" pos="1003"/>
        <p:guide orient="horz" pos="1502"/>
        <p:guide orient="horz" pos="3113"/>
        <p:guide pos="2128"/>
        <p:guide pos="4067"/>
        <p:guide pos="5972"/>
        <p:guide pos="5292"/>
        <p:guide pos="2275"/>
      </p:guideLst>
    </p:cSldViewPr>
  </p:slideViewPr>
  <p:outlineViewPr>
    <p:cViewPr>
      <p:scale>
        <a:sx n="33" d="100"/>
        <a:sy n="33" d="100"/>
      </p:scale>
      <p:origin x="0" y="-8496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5592"/>
    </p:cViewPr>
  </p:sorterViewPr>
  <p:notesViewPr>
    <p:cSldViewPr snapToGrid="0" showGuides="1">
      <p:cViewPr varScale="1">
        <p:scale>
          <a:sx n="85" d="100"/>
          <a:sy n="85" d="100"/>
        </p:scale>
        <p:origin x="3804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308DB251-D803-4475-8281-4947A89E790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C6218A5-2289-4813-A341-6263B16CBAD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12A60F-63B3-4D54-AA63-B159FADA9F31}" type="datetimeFigureOut">
              <a:rPr lang="zh-CN" altLang="en-US" smtClean="0"/>
              <a:t>2026/05/07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97CE9A9-1C60-4F0A-AA63-4467F58DE87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91EA911-14C2-4254-9079-FD9EC1C139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94E6C1-322F-4AF4-A541-6A7DCE3853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84180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513A3C-D0C5-45C0-BD52-194E76396705}" type="datetimeFigureOut">
              <a:rPr lang="zh-CN" altLang="en-US" smtClean="0"/>
              <a:t>2026/05/07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0D5545-95D4-489F-B8ED-7EAFA774B5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22413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老师好。今天我们小组汇报的题目是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《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现代协议设计中的密钥封装机制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》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0D5545-95D4-489F-B8ED-7EAFA774B567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3780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这边是我们报告的目录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0D5545-95D4-489F-B8ED-7EAFA774B567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96585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首先第一部分，引入。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0D5545-95D4-489F-B8ED-7EAFA774B567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29915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“在探讨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KEM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之前，我们先回顾一下经典密钥建立的两种主要范式：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Diffie-Hellman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密钥交换和传统公钥加密（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PKE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）。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Diffie-Hellman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协议非常优雅，原生支持前向保密，但需要双方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交互。而 </a:t>
            </a:r>
            <a:r>
              <a:rPr lang="en-US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PKE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（如传统的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RSA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）支持非交互式的消息传递，但如果要保证对任意明文的强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CCA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安全，机制会比较复杂。而在工程实践中，我们发现现代安全协议（比如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TLS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）对公钥密码的实际需求其实非常聚焦，即量子安全性。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0D5545-95D4-489F-B8ED-7EAFA774B567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51091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E6A269-0C00-F983-2B58-FD6EEA7B44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961C304-130E-8062-B533-8C80DB2A82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C0A0C6D-3EC6-8350-F450-C84C98BF4B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为了满足现代协议对‘高效建立共享秘密’的专一需求，密码学界引入了密钥封装机制，</a:t>
            </a:r>
            <a:r>
              <a:rPr lang="en-US" altLang="zh-CN" sz="1200" b="1" spc="0" dirty="0"/>
              <a:t>Key Encapsulation Mechanism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。在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KEM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的语法中，封装算法不再接收用户输入的特定明文，而是在内部自动生成一个随机的共享密钥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，并输出它的密文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这种接口职能的收敛带来了极大的工程红利。首先，在安全性证明上，它为混合加密体系提供了极其清晰的模块化边界，使得针对密钥建立与数据加密的安全分析可以完全解耦。更关键的是，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KEM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与后量子密码展现出了极高的天然契合度。顺应基于格密码的需求，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KEM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也就成为了现代协议的核心抽象。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DE2A6DD-60BD-344A-E1FE-DF1419F3C3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0D5545-95D4-489F-B8ED-7EAFA774B567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30085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接下来进入技术核心部分，由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hsy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同学进行分享。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0D5545-95D4-489F-B8ED-7EAFA774B567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31457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KEM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理论发展的第一个里程碑是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Shoup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在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2001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年提出的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KEM/DEM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组合定理。</a:t>
            </a:r>
            <a:br>
              <a:rPr lang="zh-CN" altLang="en-US" dirty="0"/>
            </a:b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这个定理将非对称的密钥封装（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KEM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）和对称的数据封装（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DEM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）彻底解耦。定理指出：只要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KEM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满足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IND-CCA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（适应性选择密文攻击）安全，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DEM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也满足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IND-CCA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安全，那么两者拼在一起的混合加密方案天然就是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IND-CCA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安全的。这种“关注点分离”的思路，完美契合了软件工程的最佳实践，直接塑造了今天绝大多数混合加密协议的底层架构。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0D5545-95D4-489F-B8ED-7EAFA774B567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33747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前面讲的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KEM/DEM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组合定理需要一个满足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IND-CCA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安全的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KEM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。那么如何在不依赖“随机预言机”这种理想化假设的情况下构造出来呢？这就是理论发展的第二个里程碑：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Cramer-Shoup KEM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（简称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CS3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）。</a:t>
            </a:r>
            <a:b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它是第一个在标准模型下被证明满足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IND-CCA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安全的实用公钥方案，其安全性基于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DDH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假设。它的核心机制是通过巧妙的代数结构和抗碰撞哈希，在解封装时引入了严格的合法性校验。一旦发现密文被篡改或者格式不对，算法会立刻明确拒绝。虽然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CS3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本身不能抗量子计算，但它通过“解密前校验”实现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CCA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安全的思路，为后续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KEM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的发展确立了理论标杆。</a:t>
            </a:r>
          </a:p>
          <a:p>
            <a:br>
              <a:rPr lang="zh-CN" altLang="en-US" dirty="0"/>
            </a:br>
            <a:br>
              <a:rPr lang="zh-CN" altLang="en-US" dirty="0"/>
            </a:b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0D5545-95D4-489F-B8ED-7EAFA774B567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55210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理论发展的第三个里程碑是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Fujisaki-Okamoto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）变换。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Cramer-Shoup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方案虽然好，但严重依赖特定的代数结构。而许多底层的后量子原语（如格密码）天生带有数学噪声，自然状态下只能达到较弱的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CPA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安全。</a:t>
            </a:r>
            <a:br>
              <a:rPr lang="zh-CN" altLang="en-US" dirty="0"/>
            </a:b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变换提供了一个通用的编译器，特别是经过模块化分析后，它能将任何弱加密方案提升为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CCA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安全的强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KEM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它的核心机制包含：首先“去随机化”，用哈希函数绑定随机数；其次是解密时的“重加密验证”，解密方在内部重新加密一次并严格比对密文。如果密文被攻击者篡改，系统会触发“隐式拒绝”，返回一个伪随机的无效密钥而不是直接报错。这完美补齐了后量子密码通往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CCA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安全的最后一块拼图。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0D5545-95D4-489F-B8ED-7EAFA774B567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37444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793A7-78C3-FB7F-78B3-9F877A2D1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461B541-C870-7912-A134-00C6C2D795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CF1769D-A125-F10C-06C0-1819176CF7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理论与工程结合的第四个里程碑，就是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NIST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最新发布的后量子标准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ML-KEM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（其前身为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Kyber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）。</a:t>
            </a:r>
            <a:b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ML-KEM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堪称前面三个里程碑理念的集大成者。它建立在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Module-LWE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难题之上，底层加密算法是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CPA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安全的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Primal Regev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方案，外面再套上一层隐式拒绝版的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变换，最终实现了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IND-CCA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安全。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Module-LWE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的一个精妙之处在于，通过调整模块的秩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，可以非常灵活地平衡安全级别与性能开销。同时，借助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变换，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ML-KEM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能够极其优雅地容忍并处理格密码中固有的微小解密错误（大约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的负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140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次方），实现了从抽象理论到标准落地的完美闭环。</a:t>
            </a:r>
          </a:p>
          <a:p>
            <a:br>
              <a:rPr lang="zh-CN" altLang="en-US" dirty="0"/>
            </a:br>
            <a:br>
              <a:rPr lang="zh-CN" altLang="en-US" dirty="0"/>
            </a:b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572ABCF-E89D-4F19-84E9-52BC44669E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0D5545-95D4-489F-B8ED-7EAFA774B567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89123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200188-2EC4-76B7-19F6-9258F976C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27CE315-D385-CD11-004B-3328872C96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A4CE3E7-DB43-77D3-B069-B15265C911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C84D71E-E66A-33A5-CDE7-DAA332B191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0D5545-95D4-489F-B8ED-7EAFA774B567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81109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为了将理论落地，我们使用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Rust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中实现了一个标准兼容的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ML-KEM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库，命名为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jkem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br>
              <a:rPr lang="zh-CN" altLang="en-US" dirty="0"/>
            </a:b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我们的工程目标不是为了拼极限的汇编速度，而是为了展现清晰的密码学架构。代码严格映射了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FIPS 203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标准的分层：从参数定义、多项式运算，到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K-PKE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核心，再到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变换控制层，最后是公共接口。</a:t>
            </a:r>
            <a:br>
              <a:rPr lang="zh-CN" altLang="en-US" dirty="0"/>
            </a:b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在安全工程方面，我们特别注重侧信道防护。例如，在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变换的隐式拒绝环节，我们使用恒定时间（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constant-time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）条件选择来返回密钥，防止攻击者通过执行时间的差异判断密文的有效性；以及使用后对临时缓冲区进行零化，以消除内存泄漏。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0D5545-95D4-489F-B8ED-7EAFA774B567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385509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并且，我们通过了全套的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KAT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已知答案测试，验证了实现的正确性。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0D5545-95D4-489F-B8ED-7EAFA774B567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428123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4081A3-1D14-E6F9-A6D9-022473D54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6F092EE-88DB-DE37-3A14-B0BF148758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5D1D1AA-A66D-39A3-D1D4-141CBED4D7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17E80B5-B222-D53E-5D43-9CF24B376A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0D5545-95D4-489F-B8ED-7EAFA774B567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754250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KEM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做出来后，最终要放到协议里用。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HPKE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标准是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KEM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抽象的完美应用典范，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KEM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负责产出密钥，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KDF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负责上下文绑定，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AEAD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负责加密，各司其职。</a:t>
            </a:r>
            <a:br>
              <a:rPr lang="zh-CN" altLang="en-US" dirty="0"/>
            </a:b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但在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TLS 1.3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这种复杂协议中进行后量子迁移，挑战巨大。目前的过渡方案是“混合握手”，即同时进行传统的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ECDHE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和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ML-KEM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密钥交换。这带来了非常现实的系统开销：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ML-KEM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的公钥和密文体积动辄上千字节，远大于椭圆曲线，这很容易导致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TCP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包分片、延迟增加以及中间盒拦截。此外，如何严格地将双重密钥绑定到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TLS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转录哈希中以防止降级攻击，也是工程落地的核心难点。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0D5545-95D4-489F-B8ED-7EAFA774B567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099357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最后我想分享一下我们在深入理论推导过程中的三点核心体会。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第一点，我们真正理解了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IND-CCA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安全的攻防本质。传统的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 Gamal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加密为什么达不到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CCA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安全？因为它的密文具有延展性（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Malleability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），攻击者可以轻易篡改密文并利用解密预言机套取明文。为了对抗这种篡改，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Cramer-Shoup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方案（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CS3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）引入了精妙的代数冗余校验；而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变换则另辟蹊径，采用了通用的“重加密比对”策略。一专一通，这两者极大地拓宽了我们对密文合法性验证的认知。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第二点体会，来源于安全证明中“混合游戏（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Hybrid Games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）”的惊人魅力。在研读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CS3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的证明时，我们看到一个看似无从下手的复杂证明被优雅地拆解成了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个游戏。每一步变换，要么只剥离一个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DDH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或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TCR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假设，要么只产生一个极小的统计误差。这让我们深刻认识到，构建安全证明的艺术，本质上就是寻找并设计这条平滑过渡的“游戏路径”。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最后一点，也是最重要的一点：密码学中的模块化思维。无论是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Shoup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将混合加密利落地切分为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KEM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和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DEM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，还是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HHK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将一长串复杂的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变换拆解为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和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两个简单的子变换，都在向我们昭示一个真理：现代优秀的密码学设计，不仅仅是在寻找更难的数学问题，更是在构建具有高度可分析性与可组合性的系统架构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0D5545-95D4-489F-B8ED-7EAFA774B567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009564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AACBBF-CB69-3913-1C73-2E52F2203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B79AD47-66F7-5003-EC1B-C7F799D367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5CB735C-9E6B-99C4-EFD0-4AD697D117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最后是我们使用的部分参考文献。以上就是我们小组的全部汇报内容，感谢各位老师的聆听！欢迎批评指正与提问。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E5E5A50-CBAD-D677-2BEF-8CC7236713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0D5545-95D4-489F-B8ED-7EAFA774B567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88052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microsoft.com/office/2007/relationships/hdphoto" Target="../media/hdphoto2.wdp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microsoft.com/office/2007/relationships/hdphoto" Target="../media/hdphoto3.wdp"/><Relationship Id="rId7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microsoft.com/office/2007/relationships/hdphoto" Target="../media/hdphoto2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6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microsoft.com/office/2007/relationships/hdphoto" Target="../media/hdphoto5.wdp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6" Type="http://schemas.microsoft.com/office/2007/relationships/hdphoto" Target="../media/hdphoto6.wdp"/><Relationship Id="rId5" Type="http://schemas.openxmlformats.org/officeDocument/2006/relationships/image" Target="../media/image12.png"/><Relationship Id="rId4" Type="http://schemas.microsoft.com/office/2007/relationships/hdphoto" Target="../media/hdphoto2.wdp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82F5E00-5B9C-41CD-8DF8-3181F8B0B6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78746" y="-13844"/>
            <a:ext cx="7525799" cy="6871844"/>
          </a:xfrm>
          <a:prstGeom prst="rect">
            <a:avLst/>
          </a:prstGeom>
        </p:spPr>
      </p:pic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5BF07AB2-7F41-4ADA-A8ED-CC4BC5A62688}"/>
              </a:ext>
            </a:extLst>
          </p:cNvPr>
          <p:cNvSpPr/>
          <p:nvPr userDrawn="1"/>
        </p:nvSpPr>
        <p:spPr>
          <a:xfrm>
            <a:off x="1" y="-13844"/>
            <a:ext cx="9051317" cy="6871844"/>
          </a:xfrm>
          <a:custGeom>
            <a:avLst/>
            <a:gdLst>
              <a:gd name="connsiteX0" fmla="*/ 0 w 9051317"/>
              <a:gd name="connsiteY0" fmla="*/ 0 h 6871844"/>
              <a:gd name="connsiteX1" fmla="*/ 8724495 w 9051317"/>
              <a:gd name="connsiteY1" fmla="*/ 0 h 6871844"/>
              <a:gd name="connsiteX2" fmla="*/ 8832115 w 9051317"/>
              <a:gd name="connsiteY2" fmla="*/ 466295 h 6871844"/>
              <a:gd name="connsiteX3" fmla="*/ 9051317 w 9051317"/>
              <a:gd name="connsiteY3" fmla="*/ 2640728 h 6871844"/>
              <a:gd name="connsiteX4" fmla="*/ 8203435 w 9051317"/>
              <a:gd name="connsiteY4" fmla="*/ 6840435 h 6871844"/>
              <a:gd name="connsiteX5" fmla="*/ 8189236 w 9051317"/>
              <a:gd name="connsiteY5" fmla="*/ 6871844 h 6871844"/>
              <a:gd name="connsiteX6" fmla="*/ 0 w 9051317"/>
              <a:gd name="connsiteY6" fmla="*/ 6871844 h 6871844"/>
              <a:gd name="connsiteX7" fmla="*/ 0 w 9051317"/>
              <a:gd name="connsiteY7" fmla="*/ 0 h 68718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51317" h="6871844">
                <a:moveTo>
                  <a:pt x="0" y="0"/>
                </a:moveTo>
                <a:lnTo>
                  <a:pt x="8724495" y="0"/>
                </a:lnTo>
                <a:lnTo>
                  <a:pt x="8832115" y="466295"/>
                </a:lnTo>
                <a:cubicBezTo>
                  <a:pt x="8975839" y="1168657"/>
                  <a:pt x="9051317" y="1895878"/>
                  <a:pt x="9051317" y="2640728"/>
                </a:cubicBezTo>
                <a:cubicBezTo>
                  <a:pt x="9051317" y="4130428"/>
                  <a:pt x="8749407" y="5549614"/>
                  <a:pt x="8203435" y="6840435"/>
                </a:cubicBezTo>
                <a:lnTo>
                  <a:pt x="8189236" y="6871844"/>
                </a:lnTo>
                <a:lnTo>
                  <a:pt x="0" y="6871844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2AEBE37D-A227-4421-A672-62C6AC13A619}"/>
              </a:ext>
            </a:extLst>
          </p:cNvPr>
          <p:cNvSpPr/>
          <p:nvPr userDrawn="1"/>
        </p:nvSpPr>
        <p:spPr>
          <a:xfrm>
            <a:off x="0" y="-13844"/>
            <a:ext cx="8775700" cy="6871844"/>
          </a:xfrm>
          <a:custGeom>
            <a:avLst/>
            <a:gdLst>
              <a:gd name="connsiteX0" fmla="*/ 0 w 7775476"/>
              <a:gd name="connsiteY0" fmla="*/ 0 h 6858000"/>
              <a:gd name="connsiteX1" fmla="*/ 7326808 w 7775476"/>
              <a:gd name="connsiteY1" fmla="*/ 0 h 6858000"/>
              <a:gd name="connsiteX2" fmla="*/ 7370317 w 7775476"/>
              <a:gd name="connsiteY2" fmla="*/ 107072 h 6858000"/>
              <a:gd name="connsiteX3" fmla="*/ 7775476 w 7775476"/>
              <a:gd name="connsiteY3" fmla="*/ 2334639 h 6858000"/>
              <a:gd name="connsiteX4" fmla="*/ 6040912 w 7775476"/>
              <a:gd name="connsiteY4" fmla="*/ 6690718 h 6858000"/>
              <a:gd name="connsiteX5" fmla="*/ 5876541 w 7775476"/>
              <a:gd name="connsiteY5" fmla="*/ 6858000 h 6858000"/>
              <a:gd name="connsiteX6" fmla="*/ 0 w 7775476"/>
              <a:gd name="connsiteY6" fmla="*/ 6858000 h 6858000"/>
              <a:gd name="connsiteX7" fmla="*/ 0 w 7775476"/>
              <a:gd name="connsiteY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775476" h="6858000">
                <a:moveTo>
                  <a:pt x="0" y="0"/>
                </a:moveTo>
                <a:lnTo>
                  <a:pt x="7326808" y="0"/>
                </a:lnTo>
                <a:lnTo>
                  <a:pt x="7370317" y="107072"/>
                </a:lnTo>
                <a:cubicBezTo>
                  <a:pt x="7632429" y="801663"/>
                  <a:pt x="7775476" y="1551942"/>
                  <a:pt x="7775476" y="2334639"/>
                </a:cubicBezTo>
                <a:cubicBezTo>
                  <a:pt x="7775476" y="4011847"/>
                  <a:pt x="7118627" y="5540198"/>
                  <a:pt x="6040912" y="6690718"/>
                </a:cubicBezTo>
                <a:lnTo>
                  <a:pt x="5876541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A620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标题 1">
            <a:extLst>
              <a:ext uri="{FF2B5EF4-FFF2-40B4-BE49-F238E27FC236}">
                <a16:creationId xmlns:a16="http://schemas.microsoft.com/office/drawing/2014/main" id="{9AF74CDA-19DD-45C1-88FF-2379736830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69561" y="1742554"/>
            <a:ext cx="7525799" cy="1789918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00000"/>
              </a:lnSpc>
              <a:defRPr sz="5400" b="1" spc="3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32" name="文本占位符 31">
            <a:extLst>
              <a:ext uri="{FF2B5EF4-FFF2-40B4-BE49-F238E27FC236}">
                <a16:creationId xmlns:a16="http://schemas.microsoft.com/office/drawing/2014/main" id="{F905EEBF-8ACE-4D30-A4F5-C5796F8343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69561" y="3748822"/>
            <a:ext cx="6933903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1800" b="0" spc="3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C5D7FF0B-8922-4688-B5F8-52E70585A55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4241" y="291559"/>
            <a:ext cx="2577988" cy="847493"/>
          </a:xfrm>
          <a:prstGeom prst="rect">
            <a:avLst/>
          </a:prstGeom>
        </p:spPr>
      </p:pic>
      <p:grpSp>
        <p:nvGrpSpPr>
          <p:cNvPr id="21" name="组合 20">
            <a:extLst>
              <a:ext uri="{FF2B5EF4-FFF2-40B4-BE49-F238E27FC236}">
                <a16:creationId xmlns:a16="http://schemas.microsoft.com/office/drawing/2014/main" id="{0DC1F6D2-D5DE-4FA1-9369-A2B60320225E}"/>
              </a:ext>
            </a:extLst>
          </p:cNvPr>
          <p:cNvGrpSpPr/>
          <p:nvPr userDrawn="1"/>
        </p:nvGrpSpPr>
        <p:grpSpPr>
          <a:xfrm>
            <a:off x="1142749" y="5385894"/>
            <a:ext cx="2895851" cy="747975"/>
            <a:chOff x="1142749" y="5535283"/>
            <a:chExt cx="2895851" cy="747975"/>
          </a:xfrm>
        </p:grpSpPr>
        <p:pic>
          <p:nvPicPr>
            <p:cNvPr id="25" name="图片 24">
              <a:extLst>
                <a:ext uri="{FF2B5EF4-FFF2-40B4-BE49-F238E27FC236}">
                  <a16:creationId xmlns:a16="http://schemas.microsoft.com/office/drawing/2014/main" id="{B7B446E1-6CF5-486B-8D91-6373830B67F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screen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aturation sat="0"/>
                      </a14:imgEffect>
                      <a14:imgEffect>
                        <a14:brightnessContrast bright="20000" contras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 t="-39299"/>
            <a:stretch/>
          </p:blipFill>
          <p:spPr>
            <a:xfrm>
              <a:off x="1231900" y="5535283"/>
              <a:ext cx="2626310" cy="455772"/>
            </a:xfrm>
            <a:prstGeom prst="rect">
              <a:avLst/>
            </a:prstGeom>
          </p:spPr>
        </p:pic>
        <p:pic>
          <p:nvPicPr>
            <p:cNvPr id="26" name="图片 25">
              <a:extLst>
                <a:ext uri="{FF2B5EF4-FFF2-40B4-BE49-F238E27FC236}">
                  <a16:creationId xmlns:a16="http://schemas.microsoft.com/office/drawing/2014/main" id="{419F73E6-8430-4D91-B381-92179A8749E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lum bright="70000" contrast="-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142749" y="6027204"/>
              <a:ext cx="2895851" cy="25605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686418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-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占位符 5">
            <a:extLst>
              <a:ext uri="{FF2B5EF4-FFF2-40B4-BE49-F238E27FC236}">
                <a16:creationId xmlns:a16="http://schemas.microsoft.com/office/drawing/2014/main" id="{FFEF7504-1CBE-4122-93BC-9611028B356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8800"/>
                    </a14:imgEffect>
                    <a14:imgEffect>
                      <a14:saturation sat="1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951" y="-13844"/>
            <a:ext cx="12179048" cy="6871844"/>
          </a:xfrm>
          <a:prstGeom prst="rect">
            <a:avLst/>
          </a:prstGeom>
        </p:spPr>
      </p:pic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5BF07AB2-7F41-4ADA-A8ED-CC4BC5A62688}"/>
              </a:ext>
            </a:extLst>
          </p:cNvPr>
          <p:cNvSpPr/>
          <p:nvPr userDrawn="1"/>
        </p:nvSpPr>
        <p:spPr>
          <a:xfrm>
            <a:off x="1" y="-13844"/>
            <a:ext cx="9051317" cy="6871844"/>
          </a:xfrm>
          <a:custGeom>
            <a:avLst/>
            <a:gdLst>
              <a:gd name="connsiteX0" fmla="*/ 0 w 9051317"/>
              <a:gd name="connsiteY0" fmla="*/ 0 h 6871844"/>
              <a:gd name="connsiteX1" fmla="*/ 8724495 w 9051317"/>
              <a:gd name="connsiteY1" fmla="*/ 0 h 6871844"/>
              <a:gd name="connsiteX2" fmla="*/ 8832115 w 9051317"/>
              <a:gd name="connsiteY2" fmla="*/ 466295 h 6871844"/>
              <a:gd name="connsiteX3" fmla="*/ 9051317 w 9051317"/>
              <a:gd name="connsiteY3" fmla="*/ 2640728 h 6871844"/>
              <a:gd name="connsiteX4" fmla="*/ 8203435 w 9051317"/>
              <a:gd name="connsiteY4" fmla="*/ 6840435 h 6871844"/>
              <a:gd name="connsiteX5" fmla="*/ 8189236 w 9051317"/>
              <a:gd name="connsiteY5" fmla="*/ 6871844 h 6871844"/>
              <a:gd name="connsiteX6" fmla="*/ 0 w 9051317"/>
              <a:gd name="connsiteY6" fmla="*/ 6871844 h 6871844"/>
              <a:gd name="connsiteX7" fmla="*/ 0 w 9051317"/>
              <a:gd name="connsiteY7" fmla="*/ 0 h 68718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51317" h="6871844">
                <a:moveTo>
                  <a:pt x="0" y="0"/>
                </a:moveTo>
                <a:lnTo>
                  <a:pt x="8724495" y="0"/>
                </a:lnTo>
                <a:lnTo>
                  <a:pt x="8832115" y="466295"/>
                </a:lnTo>
                <a:cubicBezTo>
                  <a:pt x="8975839" y="1168657"/>
                  <a:pt x="9051317" y="1895878"/>
                  <a:pt x="9051317" y="2640728"/>
                </a:cubicBezTo>
                <a:cubicBezTo>
                  <a:pt x="9051317" y="4130428"/>
                  <a:pt x="8749407" y="5549614"/>
                  <a:pt x="8203435" y="6840435"/>
                </a:cubicBezTo>
                <a:lnTo>
                  <a:pt x="8189236" y="6871844"/>
                </a:lnTo>
                <a:lnTo>
                  <a:pt x="0" y="6871844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2AEBE37D-A227-4421-A672-62C6AC13A619}"/>
              </a:ext>
            </a:extLst>
          </p:cNvPr>
          <p:cNvSpPr/>
          <p:nvPr userDrawn="1"/>
        </p:nvSpPr>
        <p:spPr>
          <a:xfrm>
            <a:off x="0" y="-13844"/>
            <a:ext cx="8775700" cy="6871844"/>
          </a:xfrm>
          <a:custGeom>
            <a:avLst/>
            <a:gdLst>
              <a:gd name="connsiteX0" fmla="*/ 0 w 7775476"/>
              <a:gd name="connsiteY0" fmla="*/ 0 h 6858000"/>
              <a:gd name="connsiteX1" fmla="*/ 7326808 w 7775476"/>
              <a:gd name="connsiteY1" fmla="*/ 0 h 6858000"/>
              <a:gd name="connsiteX2" fmla="*/ 7370317 w 7775476"/>
              <a:gd name="connsiteY2" fmla="*/ 107072 h 6858000"/>
              <a:gd name="connsiteX3" fmla="*/ 7775476 w 7775476"/>
              <a:gd name="connsiteY3" fmla="*/ 2334639 h 6858000"/>
              <a:gd name="connsiteX4" fmla="*/ 6040912 w 7775476"/>
              <a:gd name="connsiteY4" fmla="*/ 6690718 h 6858000"/>
              <a:gd name="connsiteX5" fmla="*/ 5876541 w 7775476"/>
              <a:gd name="connsiteY5" fmla="*/ 6858000 h 6858000"/>
              <a:gd name="connsiteX6" fmla="*/ 0 w 7775476"/>
              <a:gd name="connsiteY6" fmla="*/ 6858000 h 6858000"/>
              <a:gd name="connsiteX7" fmla="*/ 0 w 7775476"/>
              <a:gd name="connsiteY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775476" h="6858000">
                <a:moveTo>
                  <a:pt x="0" y="0"/>
                </a:moveTo>
                <a:lnTo>
                  <a:pt x="7326808" y="0"/>
                </a:lnTo>
                <a:lnTo>
                  <a:pt x="7370317" y="107072"/>
                </a:lnTo>
                <a:cubicBezTo>
                  <a:pt x="7632429" y="801663"/>
                  <a:pt x="7775476" y="1551942"/>
                  <a:pt x="7775476" y="2334639"/>
                </a:cubicBezTo>
                <a:cubicBezTo>
                  <a:pt x="7775476" y="4011847"/>
                  <a:pt x="7118627" y="5540198"/>
                  <a:pt x="6040912" y="6690718"/>
                </a:cubicBezTo>
                <a:lnTo>
                  <a:pt x="5876541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A620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标题 1">
            <a:extLst>
              <a:ext uri="{FF2B5EF4-FFF2-40B4-BE49-F238E27FC236}">
                <a16:creationId xmlns:a16="http://schemas.microsoft.com/office/drawing/2014/main" id="{9AF74CDA-19DD-45C1-88FF-2379736830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69561" y="1742554"/>
            <a:ext cx="7525799" cy="1789918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00000"/>
              </a:lnSpc>
              <a:defRPr sz="5400" b="1" spc="3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32" name="文本占位符 31">
            <a:extLst>
              <a:ext uri="{FF2B5EF4-FFF2-40B4-BE49-F238E27FC236}">
                <a16:creationId xmlns:a16="http://schemas.microsoft.com/office/drawing/2014/main" id="{F905EEBF-8ACE-4D30-A4F5-C5796F8343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69561" y="3748822"/>
            <a:ext cx="6933903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1800" b="0" spc="3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C5D7FF0B-8922-4688-B5F8-52E70585A55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4241" y="291559"/>
            <a:ext cx="2577988" cy="847493"/>
          </a:xfrm>
          <a:prstGeom prst="rect">
            <a:avLst/>
          </a:prstGeom>
        </p:spPr>
      </p:pic>
      <p:grpSp>
        <p:nvGrpSpPr>
          <p:cNvPr id="21" name="组合 20">
            <a:extLst>
              <a:ext uri="{FF2B5EF4-FFF2-40B4-BE49-F238E27FC236}">
                <a16:creationId xmlns:a16="http://schemas.microsoft.com/office/drawing/2014/main" id="{0DC1F6D2-D5DE-4FA1-9369-A2B60320225E}"/>
              </a:ext>
            </a:extLst>
          </p:cNvPr>
          <p:cNvGrpSpPr/>
          <p:nvPr userDrawn="1"/>
        </p:nvGrpSpPr>
        <p:grpSpPr>
          <a:xfrm>
            <a:off x="1142749" y="5385894"/>
            <a:ext cx="2895851" cy="747975"/>
            <a:chOff x="1142749" y="5535283"/>
            <a:chExt cx="2895851" cy="747975"/>
          </a:xfrm>
        </p:grpSpPr>
        <p:pic>
          <p:nvPicPr>
            <p:cNvPr id="25" name="图片 24">
              <a:extLst>
                <a:ext uri="{FF2B5EF4-FFF2-40B4-BE49-F238E27FC236}">
                  <a16:creationId xmlns:a16="http://schemas.microsoft.com/office/drawing/2014/main" id="{B7B446E1-6CF5-486B-8D91-6373830B67F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 cstate="screen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saturation sat="0"/>
                      </a14:imgEffect>
                      <a14:imgEffect>
                        <a14:brightnessContrast bright="20000" contras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 t="-39299"/>
            <a:stretch/>
          </p:blipFill>
          <p:spPr>
            <a:xfrm>
              <a:off x="1231900" y="5535283"/>
              <a:ext cx="2626310" cy="455772"/>
            </a:xfrm>
            <a:prstGeom prst="rect">
              <a:avLst/>
            </a:prstGeom>
          </p:spPr>
        </p:pic>
        <p:pic>
          <p:nvPicPr>
            <p:cNvPr id="26" name="图片 25">
              <a:extLst>
                <a:ext uri="{FF2B5EF4-FFF2-40B4-BE49-F238E27FC236}">
                  <a16:creationId xmlns:a16="http://schemas.microsoft.com/office/drawing/2014/main" id="{419F73E6-8430-4D91-B381-92179A8749E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lum bright="70000" contrast="-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142749" y="6027204"/>
              <a:ext cx="2895851" cy="25605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796438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封面-05"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5BF07AB2-7F41-4ADA-A8ED-CC4BC5A62688}"/>
              </a:ext>
            </a:extLst>
          </p:cNvPr>
          <p:cNvSpPr/>
          <p:nvPr userDrawn="1"/>
        </p:nvSpPr>
        <p:spPr>
          <a:xfrm>
            <a:off x="1" y="-13844"/>
            <a:ext cx="9051317" cy="6871844"/>
          </a:xfrm>
          <a:custGeom>
            <a:avLst/>
            <a:gdLst>
              <a:gd name="connsiteX0" fmla="*/ 0 w 9051317"/>
              <a:gd name="connsiteY0" fmla="*/ 0 h 6871844"/>
              <a:gd name="connsiteX1" fmla="*/ 8724495 w 9051317"/>
              <a:gd name="connsiteY1" fmla="*/ 0 h 6871844"/>
              <a:gd name="connsiteX2" fmla="*/ 8832115 w 9051317"/>
              <a:gd name="connsiteY2" fmla="*/ 466295 h 6871844"/>
              <a:gd name="connsiteX3" fmla="*/ 9051317 w 9051317"/>
              <a:gd name="connsiteY3" fmla="*/ 2640728 h 6871844"/>
              <a:gd name="connsiteX4" fmla="*/ 8203435 w 9051317"/>
              <a:gd name="connsiteY4" fmla="*/ 6840435 h 6871844"/>
              <a:gd name="connsiteX5" fmla="*/ 8189236 w 9051317"/>
              <a:gd name="connsiteY5" fmla="*/ 6871844 h 6871844"/>
              <a:gd name="connsiteX6" fmla="*/ 0 w 9051317"/>
              <a:gd name="connsiteY6" fmla="*/ 6871844 h 6871844"/>
              <a:gd name="connsiteX7" fmla="*/ 0 w 9051317"/>
              <a:gd name="connsiteY7" fmla="*/ 0 h 68718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51317" h="6871844">
                <a:moveTo>
                  <a:pt x="0" y="0"/>
                </a:moveTo>
                <a:lnTo>
                  <a:pt x="8724495" y="0"/>
                </a:lnTo>
                <a:lnTo>
                  <a:pt x="8832115" y="466295"/>
                </a:lnTo>
                <a:cubicBezTo>
                  <a:pt x="8975839" y="1168657"/>
                  <a:pt x="9051317" y="1895878"/>
                  <a:pt x="9051317" y="2640728"/>
                </a:cubicBezTo>
                <a:cubicBezTo>
                  <a:pt x="9051317" y="4130428"/>
                  <a:pt x="8749407" y="5549614"/>
                  <a:pt x="8203435" y="6840435"/>
                </a:cubicBezTo>
                <a:lnTo>
                  <a:pt x="8189236" y="6871844"/>
                </a:lnTo>
                <a:lnTo>
                  <a:pt x="0" y="6871844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2AEBE37D-A227-4421-A672-62C6AC13A619}"/>
              </a:ext>
            </a:extLst>
          </p:cNvPr>
          <p:cNvSpPr/>
          <p:nvPr userDrawn="1"/>
        </p:nvSpPr>
        <p:spPr>
          <a:xfrm>
            <a:off x="0" y="-13844"/>
            <a:ext cx="8775700" cy="6871844"/>
          </a:xfrm>
          <a:custGeom>
            <a:avLst/>
            <a:gdLst>
              <a:gd name="connsiteX0" fmla="*/ 0 w 7775476"/>
              <a:gd name="connsiteY0" fmla="*/ 0 h 6858000"/>
              <a:gd name="connsiteX1" fmla="*/ 7326808 w 7775476"/>
              <a:gd name="connsiteY1" fmla="*/ 0 h 6858000"/>
              <a:gd name="connsiteX2" fmla="*/ 7370317 w 7775476"/>
              <a:gd name="connsiteY2" fmla="*/ 107072 h 6858000"/>
              <a:gd name="connsiteX3" fmla="*/ 7775476 w 7775476"/>
              <a:gd name="connsiteY3" fmla="*/ 2334639 h 6858000"/>
              <a:gd name="connsiteX4" fmla="*/ 6040912 w 7775476"/>
              <a:gd name="connsiteY4" fmla="*/ 6690718 h 6858000"/>
              <a:gd name="connsiteX5" fmla="*/ 5876541 w 7775476"/>
              <a:gd name="connsiteY5" fmla="*/ 6858000 h 6858000"/>
              <a:gd name="connsiteX6" fmla="*/ 0 w 7775476"/>
              <a:gd name="connsiteY6" fmla="*/ 6858000 h 6858000"/>
              <a:gd name="connsiteX7" fmla="*/ 0 w 7775476"/>
              <a:gd name="connsiteY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775476" h="6858000">
                <a:moveTo>
                  <a:pt x="0" y="0"/>
                </a:moveTo>
                <a:lnTo>
                  <a:pt x="7326808" y="0"/>
                </a:lnTo>
                <a:lnTo>
                  <a:pt x="7370317" y="107072"/>
                </a:lnTo>
                <a:cubicBezTo>
                  <a:pt x="7632429" y="801663"/>
                  <a:pt x="7775476" y="1551942"/>
                  <a:pt x="7775476" y="2334639"/>
                </a:cubicBezTo>
                <a:cubicBezTo>
                  <a:pt x="7775476" y="4011847"/>
                  <a:pt x="7118627" y="5540198"/>
                  <a:pt x="6040912" y="6690718"/>
                </a:cubicBezTo>
                <a:lnTo>
                  <a:pt x="5876541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A620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标题 1">
            <a:extLst>
              <a:ext uri="{FF2B5EF4-FFF2-40B4-BE49-F238E27FC236}">
                <a16:creationId xmlns:a16="http://schemas.microsoft.com/office/drawing/2014/main" id="{9AF74CDA-19DD-45C1-88FF-2379736830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69561" y="1742554"/>
            <a:ext cx="7525799" cy="1789918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00000"/>
              </a:lnSpc>
              <a:defRPr sz="5400" b="1" spc="3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32" name="文本占位符 31">
            <a:extLst>
              <a:ext uri="{FF2B5EF4-FFF2-40B4-BE49-F238E27FC236}">
                <a16:creationId xmlns:a16="http://schemas.microsoft.com/office/drawing/2014/main" id="{F905EEBF-8ACE-4D30-A4F5-C5796F8343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69561" y="3748822"/>
            <a:ext cx="6933903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1800" b="0" spc="3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C5D7FF0B-8922-4688-B5F8-52E70585A55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4241" y="291559"/>
            <a:ext cx="2577988" cy="847493"/>
          </a:xfrm>
          <a:prstGeom prst="rect">
            <a:avLst/>
          </a:prstGeom>
        </p:spPr>
      </p:pic>
      <p:grpSp>
        <p:nvGrpSpPr>
          <p:cNvPr id="21" name="组合 20">
            <a:extLst>
              <a:ext uri="{FF2B5EF4-FFF2-40B4-BE49-F238E27FC236}">
                <a16:creationId xmlns:a16="http://schemas.microsoft.com/office/drawing/2014/main" id="{0DC1F6D2-D5DE-4FA1-9369-A2B60320225E}"/>
              </a:ext>
            </a:extLst>
          </p:cNvPr>
          <p:cNvGrpSpPr/>
          <p:nvPr userDrawn="1"/>
        </p:nvGrpSpPr>
        <p:grpSpPr>
          <a:xfrm>
            <a:off x="1142749" y="5385894"/>
            <a:ext cx="2895851" cy="747975"/>
            <a:chOff x="1142749" y="5535283"/>
            <a:chExt cx="2895851" cy="747975"/>
          </a:xfrm>
        </p:grpSpPr>
        <p:pic>
          <p:nvPicPr>
            <p:cNvPr id="25" name="图片 24">
              <a:extLst>
                <a:ext uri="{FF2B5EF4-FFF2-40B4-BE49-F238E27FC236}">
                  <a16:creationId xmlns:a16="http://schemas.microsoft.com/office/drawing/2014/main" id="{B7B446E1-6CF5-486B-8D91-6373830B67F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screen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aturation sat="0"/>
                      </a14:imgEffect>
                      <a14:imgEffect>
                        <a14:brightnessContrast bright="20000" contras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 t="-39299"/>
            <a:stretch/>
          </p:blipFill>
          <p:spPr>
            <a:xfrm>
              <a:off x="1231900" y="5535283"/>
              <a:ext cx="2626310" cy="455772"/>
            </a:xfrm>
            <a:prstGeom prst="rect">
              <a:avLst/>
            </a:prstGeom>
          </p:spPr>
        </p:pic>
        <p:pic>
          <p:nvPicPr>
            <p:cNvPr id="26" name="图片 25">
              <a:extLst>
                <a:ext uri="{FF2B5EF4-FFF2-40B4-BE49-F238E27FC236}">
                  <a16:creationId xmlns:a16="http://schemas.microsoft.com/office/drawing/2014/main" id="{419F73E6-8430-4D91-B381-92179A8749E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lum bright="70000" contrast="-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142749" y="6027204"/>
              <a:ext cx="2895851" cy="25605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292262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目录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2010">
            <a:extLst>
              <a:ext uri="{FF2B5EF4-FFF2-40B4-BE49-F238E27FC236}">
                <a16:creationId xmlns:a16="http://schemas.microsoft.com/office/drawing/2014/main" id="{97D16C68-09BE-48D4-B317-0E62385A4AB7}"/>
              </a:ext>
            </a:extLst>
          </p:cNvPr>
          <p:cNvSpPr txBox="1"/>
          <p:nvPr userDrawn="1"/>
        </p:nvSpPr>
        <p:spPr>
          <a:xfrm>
            <a:off x="921270" y="2093253"/>
            <a:ext cx="2282428" cy="781050"/>
          </a:xfrm>
          <a:prstGeom prst="rect">
            <a:avLst/>
          </a:prstGeom>
        </p:spPr>
        <p:txBody>
          <a:bodyPr vert="horz" rtlCol="0" anchor="t" anchorCtr="0">
            <a:noAutofit/>
          </a:bodyPr>
          <a:lstStyle/>
          <a:p>
            <a:pPr defTabSz="457200">
              <a:lnSpc>
                <a:spcPct val="83333"/>
              </a:lnSpc>
            </a:pPr>
            <a:r>
              <a:rPr lang="zh-CN" altLang="en-US" sz="6125" spc="-123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lang="zh-CN" altLang="en-US" sz="90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Object 2011">
            <a:extLst>
              <a:ext uri="{FF2B5EF4-FFF2-40B4-BE49-F238E27FC236}">
                <a16:creationId xmlns:a16="http://schemas.microsoft.com/office/drawing/2014/main" id="{724F8D4B-8C2E-4306-B787-654B6E9690BC}"/>
              </a:ext>
            </a:extLst>
          </p:cNvPr>
          <p:cNvSpPr txBox="1"/>
          <p:nvPr userDrawn="1"/>
        </p:nvSpPr>
        <p:spPr>
          <a:xfrm>
            <a:off x="771525" y="3213440"/>
            <a:ext cx="2781300" cy="457200"/>
          </a:xfrm>
          <a:prstGeom prst="rect">
            <a:avLst/>
          </a:prstGeom>
        </p:spPr>
        <p:txBody>
          <a:bodyPr vert="horz" rtlCol="0" anchor="t" anchorCtr="0">
            <a:noAutofit/>
          </a:bodyPr>
          <a:lstStyle/>
          <a:p>
            <a:pPr defTabSz="457200"/>
            <a:r>
              <a:rPr lang="en-US" altLang="zh-CN" sz="3000" spc="12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CONTENTS</a:t>
            </a:r>
            <a:endParaRPr lang="zh-CN" altLang="en-US" sz="90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BD6EAB5C-51C9-44D9-9038-D6187D86B09C}"/>
              </a:ext>
            </a:extLst>
          </p:cNvPr>
          <p:cNvSpPr/>
          <p:nvPr userDrawn="1"/>
        </p:nvSpPr>
        <p:spPr>
          <a:xfrm>
            <a:off x="-21616" y="-26544"/>
            <a:ext cx="3958617" cy="6884544"/>
          </a:xfrm>
          <a:custGeom>
            <a:avLst/>
            <a:gdLst>
              <a:gd name="connsiteX0" fmla="*/ 0 w 9051317"/>
              <a:gd name="connsiteY0" fmla="*/ 0 h 6871844"/>
              <a:gd name="connsiteX1" fmla="*/ 8724495 w 9051317"/>
              <a:gd name="connsiteY1" fmla="*/ 0 h 6871844"/>
              <a:gd name="connsiteX2" fmla="*/ 8832115 w 9051317"/>
              <a:gd name="connsiteY2" fmla="*/ 466295 h 6871844"/>
              <a:gd name="connsiteX3" fmla="*/ 9051317 w 9051317"/>
              <a:gd name="connsiteY3" fmla="*/ 2640728 h 6871844"/>
              <a:gd name="connsiteX4" fmla="*/ 8203435 w 9051317"/>
              <a:gd name="connsiteY4" fmla="*/ 6840435 h 6871844"/>
              <a:gd name="connsiteX5" fmla="*/ 8189236 w 9051317"/>
              <a:gd name="connsiteY5" fmla="*/ 6871844 h 6871844"/>
              <a:gd name="connsiteX6" fmla="*/ 0 w 9051317"/>
              <a:gd name="connsiteY6" fmla="*/ 6871844 h 6871844"/>
              <a:gd name="connsiteX7" fmla="*/ 0 w 9051317"/>
              <a:gd name="connsiteY7" fmla="*/ 0 h 6871844"/>
              <a:gd name="connsiteX0" fmla="*/ 5092700 w 9051317"/>
              <a:gd name="connsiteY0" fmla="*/ 0 h 6884544"/>
              <a:gd name="connsiteX1" fmla="*/ 8724495 w 9051317"/>
              <a:gd name="connsiteY1" fmla="*/ 12700 h 6884544"/>
              <a:gd name="connsiteX2" fmla="*/ 8832115 w 9051317"/>
              <a:gd name="connsiteY2" fmla="*/ 478995 h 6884544"/>
              <a:gd name="connsiteX3" fmla="*/ 9051317 w 9051317"/>
              <a:gd name="connsiteY3" fmla="*/ 2653428 h 6884544"/>
              <a:gd name="connsiteX4" fmla="*/ 8203435 w 9051317"/>
              <a:gd name="connsiteY4" fmla="*/ 6853135 h 6884544"/>
              <a:gd name="connsiteX5" fmla="*/ 8189236 w 9051317"/>
              <a:gd name="connsiteY5" fmla="*/ 6884544 h 6884544"/>
              <a:gd name="connsiteX6" fmla="*/ 0 w 9051317"/>
              <a:gd name="connsiteY6" fmla="*/ 6884544 h 6884544"/>
              <a:gd name="connsiteX7" fmla="*/ 5092700 w 9051317"/>
              <a:gd name="connsiteY7" fmla="*/ 0 h 6884544"/>
              <a:gd name="connsiteX0" fmla="*/ 0 w 3958617"/>
              <a:gd name="connsiteY0" fmla="*/ 0 h 6884544"/>
              <a:gd name="connsiteX1" fmla="*/ 3631795 w 3958617"/>
              <a:gd name="connsiteY1" fmla="*/ 12700 h 6884544"/>
              <a:gd name="connsiteX2" fmla="*/ 3739415 w 3958617"/>
              <a:gd name="connsiteY2" fmla="*/ 478995 h 6884544"/>
              <a:gd name="connsiteX3" fmla="*/ 3958617 w 3958617"/>
              <a:gd name="connsiteY3" fmla="*/ 2653428 h 6884544"/>
              <a:gd name="connsiteX4" fmla="*/ 3110735 w 3958617"/>
              <a:gd name="connsiteY4" fmla="*/ 6853135 h 6884544"/>
              <a:gd name="connsiteX5" fmla="*/ 3096536 w 3958617"/>
              <a:gd name="connsiteY5" fmla="*/ 6884544 h 6884544"/>
              <a:gd name="connsiteX6" fmla="*/ 0 w 3958617"/>
              <a:gd name="connsiteY6" fmla="*/ 6884544 h 6884544"/>
              <a:gd name="connsiteX7" fmla="*/ 0 w 3958617"/>
              <a:gd name="connsiteY7" fmla="*/ 0 h 6884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58617" h="6884544">
                <a:moveTo>
                  <a:pt x="0" y="0"/>
                </a:moveTo>
                <a:lnTo>
                  <a:pt x="3631795" y="12700"/>
                </a:lnTo>
                <a:lnTo>
                  <a:pt x="3739415" y="478995"/>
                </a:lnTo>
                <a:cubicBezTo>
                  <a:pt x="3883139" y="1181357"/>
                  <a:pt x="3958617" y="1908578"/>
                  <a:pt x="3958617" y="2653428"/>
                </a:cubicBezTo>
                <a:cubicBezTo>
                  <a:pt x="3958617" y="4143128"/>
                  <a:pt x="3656707" y="5562314"/>
                  <a:pt x="3110735" y="6853135"/>
                </a:cubicBezTo>
                <a:lnTo>
                  <a:pt x="3096536" y="6884544"/>
                </a:lnTo>
                <a:lnTo>
                  <a:pt x="0" y="6884544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6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2" name="任意多边形: 形状 21">
            <a:extLst>
              <a:ext uri="{FF2B5EF4-FFF2-40B4-BE49-F238E27FC236}">
                <a16:creationId xmlns:a16="http://schemas.microsoft.com/office/drawing/2014/main" id="{BB2CC4E1-7380-47A3-B004-2A40D778D829}"/>
              </a:ext>
            </a:extLst>
          </p:cNvPr>
          <p:cNvSpPr/>
          <p:nvPr userDrawn="1"/>
        </p:nvSpPr>
        <p:spPr>
          <a:xfrm>
            <a:off x="-45697" y="-29720"/>
            <a:ext cx="3686175" cy="6890895"/>
          </a:xfrm>
          <a:custGeom>
            <a:avLst/>
            <a:gdLst>
              <a:gd name="connsiteX0" fmla="*/ 0 w 7775476"/>
              <a:gd name="connsiteY0" fmla="*/ 0 h 6858000"/>
              <a:gd name="connsiteX1" fmla="*/ 7326808 w 7775476"/>
              <a:gd name="connsiteY1" fmla="*/ 0 h 6858000"/>
              <a:gd name="connsiteX2" fmla="*/ 7370317 w 7775476"/>
              <a:gd name="connsiteY2" fmla="*/ 107072 h 6858000"/>
              <a:gd name="connsiteX3" fmla="*/ 7775476 w 7775476"/>
              <a:gd name="connsiteY3" fmla="*/ 2334639 h 6858000"/>
              <a:gd name="connsiteX4" fmla="*/ 6040912 w 7775476"/>
              <a:gd name="connsiteY4" fmla="*/ 6690718 h 6858000"/>
              <a:gd name="connsiteX5" fmla="*/ 5876541 w 7775476"/>
              <a:gd name="connsiteY5" fmla="*/ 6858000 h 6858000"/>
              <a:gd name="connsiteX6" fmla="*/ 0 w 7775476"/>
              <a:gd name="connsiteY6" fmla="*/ 6858000 h 6858000"/>
              <a:gd name="connsiteX7" fmla="*/ 0 w 7775476"/>
              <a:gd name="connsiteY7" fmla="*/ 0 h 6858000"/>
              <a:gd name="connsiteX0" fmla="*/ 4523504 w 7775476"/>
              <a:gd name="connsiteY0" fmla="*/ 0 h 6870674"/>
              <a:gd name="connsiteX1" fmla="*/ 7326808 w 7775476"/>
              <a:gd name="connsiteY1" fmla="*/ 12674 h 6870674"/>
              <a:gd name="connsiteX2" fmla="*/ 7370317 w 7775476"/>
              <a:gd name="connsiteY2" fmla="*/ 119746 h 6870674"/>
              <a:gd name="connsiteX3" fmla="*/ 7775476 w 7775476"/>
              <a:gd name="connsiteY3" fmla="*/ 2347313 h 6870674"/>
              <a:gd name="connsiteX4" fmla="*/ 6040912 w 7775476"/>
              <a:gd name="connsiteY4" fmla="*/ 6703392 h 6870674"/>
              <a:gd name="connsiteX5" fmla="*/ 5876541 w 7775476"/>
              <a:gd name="connsiteY5" fmla="*/ 6870674 h 6870674"/>
              <a:gd name="connsiteX6" fmla="*/ 0 w 7775476"/>
              <a:gd name="connsiteY6" fmla="*/ 6870674 h 6870674"/>
              <a:gd name="connsiteX7" fmla="*/ 4523504 w 7775476"/>
              <a:gd name="connsiteY7" fmla="*/ 0 h 6870674"/>
              <a:gd name="connsiteX0" fmla="*/ 0 w 3251972"/>
              <a:gd name="connsiteY0" fmla="*/ 0 h 6870674"/>
              <a:gd name="connsiteX1" fmla="*/ 2803304 w 3251972"/>
              <a:gd name="connsiteY1" fmla="*/ 12674 h 6870674"/>
              <a:gd name="connsiteX2" fmla="*/ 2846813 w 3251972"/>
              <a:gd name="connsiteY2" fmla="*/ 119746 h 6870674"/>
              <a:gd name="connsiteX3" fmla="*/ 3251972 w 3251972"/>
              <a:gd name="connsiteY3" fmla="*/ 2347313 h 6870674"/>
              <a:gd name="connsiteX4" fmla="*/ 1517408 w 3251972"/>
              <a:gd name="connsiteY4" fmla="*/ 6703392 h 6870674"/>
              <a:gd name="connsiteX5" fmla="*/ 1353037 w 3251972"/>
              <a:gd name="connsiteY5" fmla="*/ 6870674 h 6870674"/>
              <a:gd name="connsiteX6" fmla="*/ 0 w 3251972"/>
              <a:gd name="connsiteY6" fmla="*/ 6858000 h 6870674"/>
              <a:gd name="connsiteX7" fmla="*/ 0 w 3251972"/>
              <a:gd name="connsiteY7" fmla="*/ 0 h 6870674"/>
              <a:gd name="connsiteX0" fmla="*/ 14066 w 3266038"/>
              <a:gd name="connsiteY0" fmla="*/ 0 h 6877012"/>
              <a:gd name="connsiteX1" fmla="*/ 2817370 w 3266038"/>
              <a:gd name="connsiteY1" fmla="*/ 12674 h 6877012"/>
              <a:gd name="connsiteX2" fmla="*/ 2860879 w 3266038"/>
              <a:gd name="connsiteY2" fmla="*/ 119746 h 6877012"/>
              <a:gd name="connsiteX3" fmla="*/ 3266038 w 3266038"/>
              <a:gd name="connsiteY3" fmla="*/ 2347313 h 6877012"/>
              <a:gd name="connsiteX4" fmla="*/ 1531474 w 3266038"/>
              <a:gd name="connsiteY4" fmla="*/ 6703392 h 6877012"/>
              <a:gd name="connsiteX5" fmla="*/ 1367103 w 3266038"/>
              <a:gd name="connsiteY5" fmla="*/ 6870674 h 6877012"/>
              <a:gd name="connsiteX6" fmla="*/ 0 w 3266038"/>
              <a:gd name="connsiteY6" fmla="*/ 6877012 h 6877012"/>
              <a:gd name="connsiteX7" fmla="*/ 14066 w 3266038"/>
              <a:gd name="connsiteY7" fmla="*/ 0 h 6877012"/>
              <a:gd name="connsiteX0" fmla="*/ 14066 w 3266038"/>
              <a:gd name="connsiteY0" fmla="*/ 0 h 6877012"/>
              <a:gd name="connsiteX1" fmla="*/ 2817370 w 3266038"/>
              <a:gd name="connsiteY1" fmla="*/ 12674 h 6877012"/>
              <a:gd name="connsiteX2" fmla="*/ 2860879 w 3266038"/>
              <a:gd name="connsiteY2" fmla="*/ 119746 h 6877012"/>
              <a:gd name="connsiteX3" fmla="*/ 3266038 w 3266038"/>
              <a:gd name="connsiteY3" fmla="*/ 2347313 h 6877012"/>
              <a:gd name="connsiteX4" fmla="*/ 1531474 w 3266038"/>
              <a:gd name="connsiteY4" fmla="*/ 6703392 h 6877012"/>
              <a:gd name="connsiteX5" fmla="*/ 1367103 w 3266038"/>
              <a:gd name="connsiteY5" fmla="*/ 6877011 h 6877012"/>
              <a:gd name="connsiteX6" fmla="*/ 0 w 3266038"/>
              <a:gd name="connsiteY6" fmla="*/ 6877012 h 6877012"/>
              <a:gd name="connsiteX7" fmla="*/ 14066 w 3266038"/>
              <a:gd name="connsiteY7" fmla="*/ 0 h 68770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266038" h="6877012">
                <a:moveTo>
                  <a:pt x="14066" y="0"/>
                </a:moveTo>
                <a:lnTo>
                  <a:pt x="2817370" y="12674"/>
                </a:lnTo>
                <a:lnTo>
                  <a:pt x="2860879" y="119746"/>
                </a:lnTo>
                <a:cubicBezTo>
                  <a:pt x="3122991" y="814337"/>
                  <a:pt x="3266038" y="1564616"/>
                  <a:pt x="3266038" y="2347313"/>
                </a:cubicBezTo>
                <a:cubicBezTo>
                  <a:pt x="3266038" y="4024521"/>
                  <a:pt x="2609189" y="5552872"/>
                  <a:pt x="1531474" y="6703392"/>
                </a:cubicBezTo>
                <a:lnTo>
                  <a:pt x="1367103" y="6877011"/>
                </a:lnTo>
                <a:lnTo>
                  <a:pt x="0" y="6877012"/>
                </a:lnTo>
                <a:cubicBezTo>
                  <a:pt x="4689" y="4584675"/>
                  <a:pt x="9377" y="2292337"/>
                  <a:pt x="14066" y="0"/>
                </a:cubicBezTo>
                <a:close/>
              </a:path>
            </a:pathLst>
          </a:custGeom>
          <a:solidFill>
            <a:srgbClr val="A620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Object 109">
            <a:extLst>
              <a:ext uri="{FF2B5EF4-FFF2-40B4-BE49-F238E27FC236}">
                <a16:creationId xmlns:a16="http://schemas.microsoft.com/office/drawing/2014/main" id="{BEBD6282-AE46-4FC1-BD41-226149B53843}"/>
              </a:ext>
            </a:extLst>
          </p:cNvPr>
          <p:cNvSpPr txBox="1"/>
          <p:nvPr userDrawn="1"/>
        </p:nvSpPr>
        <p:spPr>
          <a:xfrm>
            <a:off x="662967" y="1546526"/>
            <a:ext cx="2146653" cy="877385"/>
          </a:xfrm>
          <a:prstGeom prst="rect">
            <a:avLst/>
          </a:prstGeom>
        </p:spPr>
        <p:txBody>
          <a:bodyPr vert="horz" rtlCol="0" anchor="t" anchorCtr="0">
            <a:noAutofit/>
          </a:bodyPr>
          <a:lstStyle/>
          <a:p>
            <a:pPr algn="ctr" defTabSz="457200">
              <a:lnSpc>
                <a:spcPct val="104530"/>
              </a:lnSpc>
            </a:pPr>
            <a:r>
              <a:rPr lang="zh-CN" altLang="en-US" sz="4400" b="1" spc="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 录</a:t>
            </a:r>
            <a:endParaRPr lang="en-US" altLang="zh-CN" sz="4400" b="1" spc="6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1ED53AB2-8A56-464B-B4B9-C961F4B31A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78570" y="6413501"/>
            <a:ext cx="1037230" cy="3429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E0CFBD"/>
                </a:solidFill>
              </a:defRPr>
            </a:lvl1pPr>
          </a:lstStyle>
          <a:p>
            <a:fld id="{548644C6-89F0-466C-949F-E70AD72679A8}" type="slidenum">
              <a:rPr lang="zh-CN" altLang="en-US" smtClean="0"/>
              <a:pPr/>
              <a:t>‹#›</a:t>
            </a:fld>
            <a:endParaRPr lang="zh-CN" altLang="en-US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A9703949-3128-45C4-8974-C5E9B1EE36F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346" r="68249"/>
          <a:stretch/>
        </p:blipFill>
        <p:spPr>
          <a:xfrm>
            <a:off x="1119809" y="2801269"/>
            <a:ext cx="1181100" cy="1320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7635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标题 13">
            <a:extLst>
              <a:ext uri="{FF2B5EF4-FFF2-40B4-BE49-F238E27FC236}">
                <a16:creationId xmlns:a16="http://schemas.microsoft.com/office/drawing/2014/main" id="{9C2FEFC0-9A89-4F07-B1CD-33CD8C751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587" y="3066615"/>
            <a:ext cx="10272409" cy="724770"/>
          </a:xfrm>
          <a:prstGeom prst="rect">
            <a:avLst/>
          </a:prstGeom>
          <a:noFill/>
          <a:effectLst/>
        </p:spPr>
        <p:txBody>
          <a:bodyPr anchor="b"/>
          <a:lstStyle>
            <a:lvl1pPr algn="ctr">
              <a:defRPr sz="4400" b="1" spc="300">
                <a:solidFill>
                  <a:srgbClr val="A62038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9" name="文本占位符 38">
            <a:extLst>
              <a:ext uri="{FF2B5EF4-FFF2-40B4-BE49-F238E27FC236}">
                <a16:creationId xmlns:a16="http://schemas.microsoft.com/office/drawing/2014/main" id="{087AB473-276D-46A5-8DF3-B88633F40F5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50587" y="4054966"/>
            <a:ext cx="10272409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31" name="矩形: 剪去单角 30">
            <a:extLst>
              <a:ext uri="{FF2B5EF4-FFF2-40B4-BE49-F238E27FC236}">
                <a16:creationId xmlns:a16="http://schemas.microsoft.com/office/drawing/2014/main" id="{C3B26717-FDA4-4F26-9FCA-EBA182F70EF2}"/>
              </a:ext>
            </a:extLst>
          </p:cNvPr>
          <p:cNvSpPr/>
          <p:nvPr userDrawn="1"/>
        </p:nvSpPr>
        <p:spPr>
          <a:xfrm rot="5400000" flipV="1">
            <a:off x="6070791" y="736789"/>
            <a:ext cx="45719" cy="12196703"/>
          </a:xfrm>
          <a:prstGeom prst="snip1Rect">
            <a:avLst>
              <a:gd name="adj" fmla="val 0"/>
            </a:avLst>
          </a:prstGeom>
          <a:solidFill>
            <a:schemeClr val="bg2">
              <a:lumMod val="7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10" name="矩形: 圆顶角 9">
            <a:extLst>
              <a:ext uri="{FF2B5EF4-FFF2-40B4-BE49-F238E27FC236}">
                <a16:creationId xmlns:a16="http://schemas.microsoft.com/office/drawing/2014/main" id="{C6EAC59D-4349-45BF-8343-EDDEA7B82FDE}"/>
              </a:ext>
            </a:extLst>
          </p:cNvPr>
          <p:cNvSpPr/>
          <p:nvPr userDrawn="1"/>
        </p:nvSpPr>
        <p:spPr>
          <a:xfrm flipV="1">
            <a:off x="0" y="-1"/>
            <a:ext cx="12192000" cy="2411846"/>
          </a:xfrm>
          <a:prstGeom prst="round2SameRect">
            <a:avLst>
              <a:gd name="adj1" fmla="val 38659"/>
              <a:gd name="adj2" fmla="val 0"/>
            </a:avLst>
          </a:prstGeom>
          <a:solidFill>
            <a:srgbClr val="A620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1422562-90E9-478A-BD5F-F1C753494C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78570" y="6413501"/>
            <a:ext cx="1037230" cy="3429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E0CFBD"/>
                </a:solidFill>
              </a:defRPr>
            </a:lvl1pPr>
          </a:lstStyle>
          <a:p>
            <a:fld id="{548644C6-89F0-466C-949F-E70AD72679A8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8" name="标题 13">
            <a:extLst>
              <a:ext uri="{FF2B5EF4-FFF2-40B4-BE49-F238E27FC236}">
                <a16:creationId xmlns:a16="http://schemas.microsoft.com/office/drawing/2014/main" id="{3340E65D-34C4-46A8-BF3C-A598C812F427}"/>
              </a:ext>
            </a:extLst>
          </p:cNvPr>
          <p:cNvSpPr txBox="1">
            <a:spLocks/>
          </p:cNvSpPr>
          <p:nvPr userDrawn="1"/>
        </p:nvSpPr>
        <p:spPr>
          <a:xfrm>
            <a:off x="9836672" y="-510395"/>
            <a:ext cx="2483796" cy="492319"/>
          </a:xfrm>
          <a:prstGeom prst="rect">
            <a:avLst/>
          </a:prstGeom>
          <a:noFill/>
          <a:effectLst/>
        </p:spPr>
        <p:txBody>
          <a:bodyPr anchor="b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 spc="300">
                <a:solidFill>
                  <a:srgbClr val="A62038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1800" b="0" i="1" dirty="0"/>
              <a:t>SJTU</a:t>
            </a:r>
            <a:endParaRPr lang="zh-CN" altLang="en-US" sz="1800" b="0" i="1" dirty="0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F8272E20-54D5-4331-9A61-EED5BEA34270}"/>
              </a:ext>
            </a:extLst>
          </p:cNvPr>
          <p:cNvGrpSpPr/>
          <p:nvPr userDrawn="1"/>
        </p:nvGrpSpPr>
        <p:grpSpPr>
          <a:xfrm>
            <a:off x="8330949" y="732786"/>
            <a:ext cx="2895851" cy="747975"/>
            <a:chOff x="1142749" y="5535283"/>
            <a:chExt cx="2895851" cy="747975"/>
          </a:xfrm>
        </p:grpSpPr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F29375F3-17D9-4F26-A5A8-65B1D2F886C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  <a14:imgEffect>
                        <a14:brightnessContrast bright="20000" contras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 t="-39299"/>
            <a:stretch/>
          </p:blipFill>
          <p:spPr>
            <a:xfrm>
              <a:off x="1231900" y="5535283"/>
              <a:ext cx="2626310" cy="455772"/>
            </a:xfrm>
            <a:prstGeom prst="rect">
              <a:avLst/>
            </a:prstGeom>
          </p:spPr>
        </p:pic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B6277559-1A23-4398-9EE5-991AD8C5AFA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lum bright="70000" contrast="-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142749" y="6027204"/>
              <a:ext cx="2895851" cy="25605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261916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圆顶角 6">
            <a:extLst>
              <a:ext uri="{FF2B5EF4-FFF2-40B4-BE49-F238E27FC236}">
                <a16:creationId xmlns:a16="http://schemas.microsoft.com/office/drawing/2014/main" id="{67FC2370-9903-431E-9BFF-5851F1A7F254}"/>
              </a:ext>
            </a:extLst>
          </p:cNvPr>
          <p:cNvSpPr/>
          <p:nvPr userDrawn="1"/>
        </p:nvSpPr>
        <p:spPr>
          <a:xfrm rot="16200000" flipV="1">
            <a:off x="4364979" y="-859726"/>
            <a:ext cx="1164073" cy="991148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>
              <a:lumMod val="85000"/>
              <a:alpha val="7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: 圆顶角 9">
            <a:extLst>
              <a:ext uri="{FF2B5EF4-FFF2-40B4-BE49-F238E27FC236}">
                <a16:creationId xmlns:a16="http://schemas.microsoft.com/office/drawing/2014/main" id="{C6EAC59D-4349-45BF-8343-EDDEA7B82FDE}"/>
              </a:ext>
            </a:extLst>
          </p:cNvPr>
          <p:cNvSpPr/>
          <p:nvPr userDrawn="1"/>
        </p:nvSpPr>
        <p:spPr>
          <a:xfrm rot="16200000" flipV="1">
            <a:off x="4698772" y="-2328498"/>
            <a:ext cx="1681026" cy="11078572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620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标题 13">
            <a:extLst>
              <a:ext uri="{FF2B5EF4-FFF2-40B4-BE49-F238E27FC236}">
                <a16:creationId xmlns:a16="http://schemas.microsoft.com/office/drawing/2014/main" id="{9C2FEFC0-9A89-4F07-B1CD-33CD8C751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587" y="2848403"/>
            <a:ext cx="10272409" cy="724770"/>
          </a:xfrm>
          <a:prstGeom prst="rect">
            <a:avLst/>
          </a:prstGeom>
          <a:noFill/>
          <a:effectLst/>
        </p:spPr>
        <p:txBody>
          <a:bodyPr anchor="t"/>
          <a:lstStyle>
            <a:lvl1pPr algn="l">
              <a:defRPr sz="4400" b="1" spc="3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9" name="文本占位符 38">
            <a:extLst>
              <a:ext uri="{FF2B5EF4-FFF2-40B4-BE49-F238E27FC236}">
                <a16:creationId xmlns:a16="http://schemas.microsoft.com/office/drawing/2014/main" id="{087AB473-276D-46A5-8DF3-B88633F40F5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50587" y="4125798"/>
            <a:ext cx="10272409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1422562-90E9-478A-BD5F-F1C753494C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78570" y="6413501"/>
            <a:ext cx="1037230" cy="3429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548644C6-89F0-466C-949F-E70AD72679A8}" type="slidenum">
              <a:rPr lang="zh-CN" altLang="en-US" smtClean="0"/>
              <a:pPr/>
              <a:t>‹#›</a:t>
            </a:fld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3608E037-5B12-4937-92DE-AA449CE5726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346" r="68249"/>
          <a:stretch/>
        </p:blipFill>
        <p:spPr>
          <a:xfrm>
            <a:off x="9793909" y="2550562"/>
            <a:ext cx="1181100" cy="1320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10990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常规样式（1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平行四边形 17">
            <a:extLst>
              <a:ext uri="{FF2B5EF4-FFF2-40B4-BE49-F238E27FC236}">
                <a16:creationId xmlns:a16="http://schemas.microsoft.com/office/drawing/2014/main" id="{55B5EF86-CD68-45F5-B469-E0C751A7F1CE}"/>
              </a:ext>
            </a:extLst>
          </p:cNvPr>
          <p:cNvSpPr/>
          <p:nvPr userDrawn="1"/>
        </p:nvSpPr>
        <p:spPr>
          <a:xfrm>
            <a:off x="0" y="1"/>
            <a:ext cx="12191483" cy="830940"/>
          </a:xfrm>
          <a:prstGeom prst="parallelogram">
            <a:avLst>
              <a:gd name="adj" fmla="val 0"/>
            </a:avLst>
          </a:prstGeom>
          <a:solidFill>
            <a:srgbClr val="A620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文本占位符 31">
            <a:extLst>
              <a:ext uri="{FF2B5EF4-FFF2-40B4-BE49-F238E27FC236}">
                <a16:creationId xmlns:a16="http://schemas.microsoft.com/office/drawing/2014/main" id="{0E3A7107-0A14-4195-8DEB-51F0B46D6B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63076" y="125299"/>
            <a:ext cx="9774619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32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7" name="文本占位符 16">
            <a:extLst>
              <a:ext uri="{FF2B5EF4-FFF2-40B4-BE49-F238E27FC236}">
                <a16:creationId xmlns:a16="http://schemas.microsoft.com/office/drawing/2014/main" id="{2FF6FEE6-2A34-4756-8F6B-3232EC37527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37676" y="1190090"/>
            <a:ext cx="11174254" cy="4765791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30000"/>
              </a:lnSpc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p"/>
              <a:defRPr sz="2400" b="1" spc="300">
                <a:solidFill>
                  <a:schemeClr val="accent2">
                    <a:lumMod val="50000"/>
                  </a:schemeClr>
                </a:solidFill>
              </a:defRPr>
            </a:lvl1pPr>
            <a:lvl2pPr marL="685800" indent="-228600">
              <a:lnSpc>
                <a:spcPct val="130000"/>
              </a:lnSpc>
              <a:buClr>
                <a:schemeClr val="accent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2400" spc="300">
                <a:solidFill>
                  <a:schemeClr val="accent2">
                    <a:lumMod val="50000"/>
                  </a:schemeClr>
                </a:solidFill>
              </a:defRPr>
            </a:lvl2pPr>
            <a:lvl3pPr marL="1143000" indent="-228600">
              <a:lnSpc>
                <a:spcPct val="130000"/>
              </a:lnSpc>
              <a:buClr>
                <a:schemeClr val="accent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2000" spc="300">
                <a:solidFill>
                  <a:schemeClr val="accent2">
                    <a:lumMod val="50000"/>
                  </a:schemeClr>
                </a:solidFill>
              </a:defRPr>
            </a:lvl3pPr>
            <a:lvl4pPr marL="1600200" indent="-228600">
              <a:lnSpc>
                <a:spcPct val="130000"/>
              </a:lnSpc>
              <a:buClr>
                <a:schemeClr val="accent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800" spc="300">
                <a:solidFill>
                  <a:schemeClr val="accent2">
                    <a:lumMod val="50000"/>
                  </a:schemeClr>
                </a:solidFill>
              </a:defRPr>
            </a:lvl4pPr>
            <a:lvl5pPr marL="2057400" indent="-228600">
              <a:lnSpc>
                <a:spcPct val="130000"/>
              </a:lnSpc>
              <a:buClr>
                <a:schemeClr val="accent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800" spc="300">
                <a:solidFill>
                  <a:schemeClr val="accent2">
                    <a:lumMod val="50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3" name="等腰三角形 12">
            <a:extLst>
              <a:ext uri="{FF2B5EF4-FFF2-40B4-BE49-F238E27FC236}">
                <a16:creationId xmlns:a16="http://schemas.microsoft.com/office/drawing/2014/main" id="{298FCD2B-7162-4061-910A-CF6DA7FCF72F}"/>
              </a:ext>
            </a:extLst>
          </p:cNvPr>
          <p:cNvSpPr/>
          <p:nvPr userDrawn="1"/>
        </p:nvSpPr>
        <p:spPr>
          <a:xfrm rot="5400000">
            <a:off x="159636" y="354693"/>
            <a:ext cx="429986" cy="139700"/>
          </a:xfrm>
          <a:prstGeom prst="triangle">
            <a:avLst/>
          </a:prstGeom>
          <a:solidFill>
            <a:srgbClr val="CC9B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978FE0F8-F560-46AD-979D-DC4DA8E97AF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t="-39299"/>
          <a:stretch/>
        </p:blipFill>
        <p:spPr>
          <a:xfrm>
            <a:off x="9299011" y="144759"/>
            <a:ext cx="2626310" cy="455772"/>
          </a:xfrm>
          <a:prstGeom prst="rect">
            <a:avLst/>
          </a:prstGeom>
        </p:spPr>
      </p:pic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15E6FE7B-9D16-4671-AD75-73D99120F1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78570" y="6423126"/>
            <a:ext cx="1037230" cy="3429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E0CFBD"/>
                </a:solidFill>
              </a:defRPr>
            </a:lvl1pPr>
          </a:lstStyle>
          <a:p>
            <a:fld id="{548644C6-89F0-466C-949F-E70AD72679A8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10" name="矩形: 剪去单角 9">
            <a:extLst>
              <a:ext uri="{FF2B5EF4-FFF2-40B4-BE49-F238E27FC236}">
                <a16:creationId xmlns:a16="http://schemas.microsoft.com/office/drawing/2014/main" id="{752E5EA2-2049-4228-A86C-1C3E5848C258}"/>
              </a:ext>
            </a:extLst>
          </p:cNvPr>
          <p:cNvSpPr/>
          <p:nvPr userDrawn="1"/>
        </p:nvSpPr>
        <p:spPr>
          <a:xfrm rot="5400000" flipV="1">
            <a:off x="6020103" y="686100"/>
            <a:ext cx="147097" cy="12196703"/>
          </a:xfrm>
          <a:prstGeom prst="snip1Rect">
            <a:avLst>
              <a:gd name="adj" fmla="val 0"/>
            </a:avLst>
          </a:prstGeom>
          <a:solidFill>
            <a:schemeClr val="bg1">
              <a:lumMod val="7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11" name="平行四边形 10">
            <a:extLst>
              <a:ext uri="{FF2B5EF4-FFF2-40B4-BE49-F238E27FC236}">
                <a16:creationId xmlns:a16="http://schemas.microsoft.com/office/drawing/2014/main" id="{B8F005B9-958D-43F6-8A0E-ED9EE4B9FBA7}"/>
              </a:ext>
            </a:extLst>
          </p:cNvPr>
          <p:cNvSpPr/>
          <p:nvPr userDrawn="1"/>
        </p:nvSpPr>
        <p:spPr>
          <a:xfrm>
            <a:off x="893764" y="6710902"/>
            <a:ext cx="873216" cy="147098"/>
          </a:xfrm>
          <a:prstGeom prst="parallelogram">
            <a:avLst/>
          </a:prstGeom>
          <a:solidFill>
            <a:srgbClr val="E0CF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704E642-7865-40C8-8706-ACE4EE3ED11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03" b="31510"/>
          <a:stretch/>
        </p:blipFill>
        <p:spPr>
          <a:xfrm>
            <a:off x="996570" y="6720427"/>
            <a:ext cx="677129" cy="128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79111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常规样式（2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平行四边形 17">
            <a:extLst>
              <a:ext uri="{FF2B5EF4-FFF2-40B4-BE49-F238E27FC236}">
                <a16:creationId xmlns:a16="http://schemas.microsoft.com/office/drawing/2014/main" id="{55B5EF86-CD68-45F5-B469-E0C751A7F1CE}"/>
              </a:ext>
            </a:extLst>
          </p:cNvPr>
          <p:cNvSpPr/>
          <p:nvPr userDrawn="1"/>
        </p:nvSpPr>
        <p:spPr>
          <a:xfrm>
            <a:off x="0" y="1"/>
            <a:ext cx="12191483" cy="830940"/>
          </a:xfrm>
          <a:prstGeom prst="parallelogram">
            <a:avLst>
              <a:gd name="adj" fmla="val 0"/>
            </a:avLst>
          </a:prstGeom>
          <a:solidFill>
            <a:srgbClr val="A620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文本占位符 31">
            <a:extLst>
              <a:ext uri="{FF2B5EF4-FFF2-40B4-BE49-F238E27FC236}">
                <a16:creationId xmlns:a16="http://schemas.microsoft.com/office/drawing/2014/main" id="{0E3A7107-0A14-4195-8DEB-51F0B46D6B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63076" y="125299"/>
            <a:ext cx="9774619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32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3" name="等腰三角形 12">
            <a:extLst>
              <a:ext uri="{FF2B5EF4-FFF2-40B4-BE49-F238E27FC236}">
                <a16:creationId xmlns:a16="http://schemas.microsoft.com/office/drawing/2014/main" id="{298FCD2B-7162-4061-910A-CF6DA7FCF72F}"/>
              </a:ext>
            </a:extLst>
          </p:cNvPr>
          <p:cNvSpPr/>
          <p:nvPr userDrawn="1"/>
        </p:nvSpPr>
        <p:spPr>
          <a:xfrm rot="5400000">
            <a:off x="159636" y="354693"/>
            <a:ext cx="429986" cy="139700"/>
          </a:xfrm>
          <a:prstGeom prst="triangle">
            <a:avLst/>
          </a:prstGeom>
          <a:solidFill>
            <a:srgbClr val="CC9B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978FE0F8-F560-46AD-979D-DC4DA8E97AF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t="-39299"/>
          <a:stretch/>
        </p:blipFill>
        <p:spPr>
          <a:xfrm>
            <a:off x="9299011" y="144759"/>
            <a:ext cx="2626310" cy="455772"/>
          </a:xfrm>
          <a:prstGeom prst="rect">
            <a:avLst/>
          </a:prstGeom>
        </p:spPr>
      </p:pic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15E6FE7B-9D16-4671-AD75-73D99120F1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78570" y="6423126"/>
            <a:ext cx="1037230" cy="3429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E0CFBD"/>
                </a:solidFill>
              </a:defRPr>
            </a:lvl1pPr>
          </a:lstStyle>
          <a:p>
            <a:fld id="{548644C6-89F0-466C-949F-E70AD72679A8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10" name="矩形: 剪去单角 9">
            <a:extLst>
              <a:ext uri="{FF2B5EF4-FFF2-40B4-BE49-F238E27FC236}">
                <a16:creationId xmlns:a16="http://schemas.microsoft.com/office/drawing/2014/main" id="{752E5EA2-2049-4228-A86C-1C3E5848C258}"/>
              </a:ext>
            </a:extLst>
          </p:cNvPr>
          <p:cNvSpPr/>
          <p:nvPr userDrawn="1"/>
        </p:nvSpPr>
        <p:spPr>
          <a:xfrm rot="5400000" flipV="1">
            <a:off x="6020103" y="686100"/>
            <a:ext cx="147097" cy="12196703"/>
          </a:xfrm>
          <a:prstGeom prst="snip1Rect">
            <a:avLst>
              <a:gd name="adj" fmla="val 0"/>
            </a:avLst>
          </a:prstGeom>
          <a:solidFill>
            <a:schemeClr val="bg1">
              <a:lumMod val="7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11" name="平行四边形 10">
            <a:extLst>
              <a:ext uri="{FF2B5EF4-FFF2-40B4-BE49-F238E27FC236}">
                <a16:creationId xmlns:a16="http://schemas.microsoft.com/office/drawing/2014/main" id="{B8F005B9-958D-43F6-8A0E-ED9EE4B9FBA7}"/>
              </a:ext>
            </a:extLst>
          </p:cNvPr>
          <p:cNvSpPr/>
          <p:nvPr userDrawn="1"/>
        </p:nvSpPr>
        <p:spPr>
          <a:xfrm>
            <a:off x="893764" y="6710902"/>
            <a:ext cx="873216" cy="147098"/>
          </a:xfrm>
          <a:prstGeom prst="parallelogram">
            <a:avLst/>
          </a:prstGeom>
          <a:solidFill>
            <a:srgbClr val="E0CF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1B0DE7F3-A485-4CE9-A8C4-DEC015111BF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03" b="31510"/>
          <a:stretch/>
        </p:blipFill>
        <p:spPr>
          <a:xfrm>
            <a:off x="996570" y="6720427"/>
            <a:ext cx="677129" cy="128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11732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标题 13">
            <a:extLst>
              <a:ext uri="{FF2B5EF4-FFF2-40B4-BE49-F238E27FC236}">
                <a16:creationId xmlns:a16="http://schemas.microsoft.com/office/drawing/2014/main" id="{9C2FEFC0-9A89-4F07-B1CD-33CD8C751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8471" y="1216448"/>
            <a:ext cx="10468729" cy="775349"/>
          </a:xfrm>
          <a:prstGeom prst="rect">
            <a:avLst/>
          </a:prstGeom>
          <a:noFill/>
          <a:effectLst/>
        </p:spPr>
        <p:txBody>
          <a:bodyPr anchor="ctr"/>
          <a:lstStyle>
            <a:lvl1pPr algn="l">
              <a:defRPr sz="4400" b="1" spc="300">
                <a:solidFill>
                  <a:srgbClr val="A62038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9" name="文本占位符 38">
            <a:extLst>
              <a:ext uri="{FF2B5EF4-FFF2-40B4-BE49-F238E27FC236}">
                <a16:creationId xmlns:a16="http://schemas.microsoft.com/office/drawing/2014/main" id="{087AB473-276D-46A5-8DF3-B88633F40F5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18471" y="2746674"/>
            <a:ext cx="9845113" cy="1534265"/>
          </a:xfrm>
          <a:prstGeom prst="rect">
            <a:avLst/>
          </a:prstGeom>
          <a:noFill/>
        </p:spPr>
        <p:txBody>
          <a:bodyPr/>
          <a:lstStyle>
            <a:lvl1pPr marL="0" indent="0" algn="l">
              <a:lnSpc>
                <a:spcPct val="130000"/>
              </a:lnSpc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55E2D012-770F-467C-AB53-8051EA55EFDF}"/>
              </a:ext>
            </a:extLst>
          </p:cNvPr>
          <p:cNvCxnSpPr>
            <a:cxnSpLocks/>
          </p:cNvCxnSpPr>
          <p:nvPr userDrawn="1"/>
        </p:nvCxnSpPr>
        <p:spPr>
          <a:xfrm>
            <a:off x="1418471" y="2344233"/>
            <a:ext cx="955432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: 圆顶角 11">
            <a:extLst>
              <a:ext uri="{FF2B5EF4-FFF2-40B4-BE49-F238E27FC236}">
                <a16:creationId xmlns:a16="http://schemas.microsoft.com/office/drawing/2014/main" id="{26385CF2-BF7F-4D1B-B7F7-C14846B24D94}"/>
              </a:ext>
            </a:extLst>
          </p:cNvPr>
          <p:cNvSpPr/>
          <p:nvPr userDrawn="1"/>
        </p:nvSpPr>
        <p:spPr>
          <a:xfrm rot="16200000" flipV="1">
            <a:off x="-2540271" y="3174998"/>
            <a:ext cx="5817139" cy="73660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62038"/>
          </a:solidFill>
          <a:ln>
            <a:noFill/>
          </a:ln>
          <a:effectLst>
            <a:innerShdw blurRad="63500" dist="508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AAFD3512-4D16-4604-BEE9-BB330CE60F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78570" y="6413501"/>
            <a:ext cx="1037230" cy="3429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E0CFBD"/>
                </a:solidFill>
              </a:defRPr>
            </a:lvl1pPr>
          </a:lstStyle>
          <a:p>
            <a:fld id="{548644C6-89F0-466C-949F-E70AD72679A8}" type="slidenum">
              <a:rPr lang="zh-CN" altLang="en-US" smtClean="0"/>
              <a:pPr/>
              <a:t>‹#›</a:t>
            </a:fld>
            <a:endParaRPr lang="zh-CN" alt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55F530CC-3995-4D5C-8B75-1647CEE56EE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346" r="68249"/>
          <a:stretch/>
        </p:blipFill>
        <p:spPr>
          <a:xfrm>
            <a:off x="86033" y="748756"/>
            <a:ext cx="564529" cy="631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56370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（一般样式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1">
            <a:extLst>
              <a:ext uri="{FF2B5EF4-FFF2-40B4-BE49-F238E27FC236}">
                <a16:creationId xmlns:a16="http://schemas.microsoft.com/office/drawing/2014/main" id="{0E3A7107-0A14-4195-8DEB-51F0B46D6B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92372" y="381075"/>
            <a:ext cx="9774619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3200" b="1">
                <a:solidFill>
                  <a:srgbClr val="A62038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7" name="文本占位符 16">
            <a:extLst>
              <a:ext uri="{FF2B5EF4-FFF2-40B4-BE49-F238E27FC236}">
                <a16:creationId xmlns:a16="http://schemas.microsoft.com/office/drawing/2014/main" id="{2FF6FEE6-2A34-4756-8F6B-3232EC37527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17746" y="1498600"/>
            <a:ext cx="10399554" cy="4286377"/>
          </a:xfrm>
          <a:prstGeom prst="rect">
            <a:avLst/>
          </a:prstGeom>
        </p:spPr>
        <p:txBody>
          <a:bodyPr/>
          <a:lstStyle>
            <a:lvl1pPr marL="363538" indent="-363538">
              <a:lnSpc>
                <a:spcPct val="130000"/>
              </a:lnSpc>
              <a:buClr>
                <a:srgbClr val="A62038"/>
              </a:buClr>
              <a:buFont typeface="Wingdings" panose="05000000000000000000" pitchFamily="2" charset="2"/>
              <a:buChar char="p"/>
              <a:defRPr sz="2400" b="1" spc="3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85800" indent="-228600">
              <a:lnSpc>
                <a:spcPct val="130000"/>
              </a:lnSpc>
              <a:buClr>
                <a:srgbClr val="A62038"/>
              </a:buClr>
              <a:buFont typeface="Arial" panose="020B0604020202020204" pitchFamily="34" charset="0"/>
              <a:buChar char="•"/>
              <a:defRPr sz="2200" spc="300">
                <a:solidFill>
                  <a:schemeClr val="bg2">
                    <a:lumMod val="25000"/>
                  </a:schemeClr>
                </a:solidFill>
              </a:defRPr>
            </a:lvl2pPr>
            <a:lvl3pPr marL="1143000" indent="-228600">
              <a:lnSpc>
                <a:spcPct val="130000"/>
              </a:lnSpc>
              <a:buClr>
                <a:srgbClr val="A62038"/>
              </a:buClr>
              <a:buFont typeface="Arial" panose="020B0604020202020204" pitchFamily="34" charset="0"/>
              <a:buChar char="•"/>
              <a:defRPr sz="1800" spc="300">
                <a:solidFill>
                  <a:schemeClr val="bg2">
                    <a:lumMod val="75000"/>
                  </a:schemeClr>
                </a:solidFill>
              </a:defRPr>
            </a:lvl3pPr>
            <a:lvl4pPr marL="1600200" indent="-228600">
              <a:lnSpc>
                <a:spcPct val="130000"/>
              </a:lnSpc>
              <a:buClr>
                <a:srgbClr val="A62038"/>
              </a:buClr>
              <a:buFont typeface="Arial" panose="020B0604020202020204" pitchFamily="34" charset="0"/>
              <a:buChar char="•"/>
              <a:defRPr sz="1600" spc="300">
                <a:solidFill>
                  <a:schemeClr val="bg2">
                    <a:lumMod val="75000"/>
                  </a:schemeClr>
                </a:solidFill>
              </a:defRPr>
            </a:lvl4pPr>
            <a:lvl5pPr marL="2057400" indent="-228600">
              <a:lnSpc>
                <a:spcPct val="130000"/>
              </a:lnSpc>
              <a:buClr>
                <a:srgbClr val="A62038"/>
              </a:buClr>
              <a:buFont typeface="Arial" panose="020B0604020202020204" pitchFamily="34" charset="0"/>
              <a:buChar char="•"/>
              <a:defRPr sz="1400" spc="300">
                <a:solidFill>
                  <a:schemeClr val="bg2">
                    <a:lumMod val="7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矩形: 圆顶角 8">
            <a:extLst>
              <a:ext uri="{FF2B5EF4-FFF2-40B4-BE49-F238E27FC236}">
                <a16:creationId xmlns:a16="http://schemas.microsoft.com/office/drawing/2014/main" id="{CA077194-128D-476C-9745-132314CF1629}"/>
              </a:ext>
            </a:extLst>
          </p:cNvPr>
          <p:cNvSpPr/>
          <p:nvPr userDrawn="1"/>
        </p:nvSpPr>
        <p:spPr>
          <a:xfrm flipV="1">
            <a:off x="971883" y="1163586"/>
            <a:ext cx="1155300" cy="68568"/>
          </a:xfrm>
          <a:prstGeom prst="round2SameRect">
            <a:avLst>
              <a:gd name="adj1" fmla="val 50000"/>
              <a:gd name="adj2" fmla="val 50000"/>
            </a:avLst>
          </a:prstGeom>
          <a:solidFill>
            <a:srgbClr val="A620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: 剪去单角 9">
            <a:extLst>
              <a:ext uri="{FF2B5EF4-FFF2-40B4-BE49-F238E27FC236}">
                <a16:creationId xmlns:a16="http://schemas.microsoft.com/office/drawing/2014/main" id="{089CAE43-C086-4059-9D0C-0AA4947E71B9}"/>
              </a:ext>
            </a:extLst>
          </p:cNvPr>
          <p:cNvSpPr/>
          <p:nvPr userDrawn="1"/>
        </p:nvSpPr>
        <p:spPr>
          <a:xfrm rot="5400000" flipV="1">
            <a:off x="6020103" y="686100"/>
            <a:ext cx="147097" cy="12196703"/>
          </a:xfrm>
          <a:prstGeom prst="snip1Rect">
            <a:avLst>
              <a:gd name="adj" fmla="val 0"/>
            </a:avLst>
          </a:prstGeom>
          <a:solidFill>
            <a:schemeClr val="bg1">
              <a:lumMod val="7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12" name="灯片编号占位符 5">
            <a:extLst>
              <a:ext uri="{FF2B5EF4-FFF2-40B4-BE49-F238E27FC236}">
                <a16:creationId xmlns:a16="http://schemas.microsoft.com/office/drawing/2014/main" id="{C4772B5E-C58E-4136-8BD2-96B99D1892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78570" y="6413501"/>
            <a:ext cx="1037230" cy="3429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E0CFBD"/>
                </a:solidFill>
              </a:defRPr>
            </a:lvl1pPr>
          </a:lstStyle>
          <a:p>
            <a:fld id="{548644C6-89F0-466C-949F-E70AD72679A8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15" name="平行四边形 14">
            <a:extLst>
              <a:ext uri="{FF2B5EF4-FFF2-40B4-BE49-F238E27FC236}">
                <a16:creationId xmlns:a16="http://schemas.microsoft.com/office/drawing/2014/main" id="{6E6B5C5B-74B6-418F-8A25-4ADD5AF025A4}"/>
              </a:ext>
            </a:extLst>
          </p:cNvPr>
          <p:cNvSpPr/>
          <p:nvPr userDrawn="1"/>
        </p:nvSpPr>
        <p:spPr>
          <a:xfrm>
            <a:off x="893764" y="6710902"/>
            <a:ext cx="873216" cy="147098"/>
          </a:xfrm>
          <a:prstGeom prst="parallelogram">
            <a:avLst/>
          </a:prstGeom>
          <a:solidFill>
            <a:srgbClr val="E0CF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FE15F18A-2905-464C-81C9-2BCCF22A03A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03" b="31510"/>
          <a:stretch/>
        </p:blipFill>
        <p:spPr>
          <a:xfrm>
            <a:off x="996570" y="6720427"/>
            <a:ext cx="677129" cy="128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27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（无短线，有底边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1">
            <a:extLst>
              <a:ext uri="{FF2B5EF4-FFF2-40B4-BE49-F238E27FC236}">
                <a16:creationId xmlns:a16="http://schemas.microsoft.com/office/drawing/2014/main" id="{0E3A7107-0A14-4195-8DEB-51F0B46D6B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92372" y="572674"/>
            <a:ext cx="9774619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3200" b="1">
                <a:solidFill>
                  <a:srgbClr val="A62038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7" name="文本占位符 16">
            <a:extLst>
              <a:ext uri="{FF2B5EF4-FFF2-40B4-BE49-F238E27FC236}">
                <a16:creationId xmlns:a16="http://schemas.microsoft.com/office/drawing/2014/main" id="{2FF6FEE6-2A34-4756-8F6B-3232EC37527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17746" y="1498600"/>
            <a:ext cx="10399554" cy="4286377"/>
          </a:xfrm>
          <a:prstGeom prst="rect">
            <a:avLst/>
          </a:prstGeom>
        </p:spPr>
        <p:txBody>
          <a:bodyPr/>
          <a:lstStyle>
            <a:lvl1pPr marL="363538" indent="-363538">
              <a:lnSpc>
                <a:spcPct val="130000"/>
              </a:lnSpc>
              <a:buClr>
                <a:srgbClr val="A62038"/>
              </a:buClr>
              <a:buFont typeface="Arial" panose="020B0604020202020204" pitchFamily="34" charset="0"/>
              <a:buChar char="•"/>
              <a:defRPr lang="zh-CN" altLang="en-US" sz="2400" b="1" kern="1200" spc="3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>
              <a:lnSpc>
                <a:spcPct val="130000"/>
              </a:lnSpc>
              <a:buClr>
                <a:srgbClr val="A62038"/>
              </a:buClr>
              <a:buFont typeface="Arial" panose="020B0604020202020204" pitchFamily="34" charset="0"/>
              <a:buChar char="•"/>
              <a:defRPr sz="2200" spc="300">
                <a:solidFill>
                  <a:schemeClr val="bg2">
                    <a:lumMod val="25000"/>
                  </a:schemeClr>
                </a:solidFill>
              </a:defRPr>
            </a:lvl2pPr>
            <a:lvl3pPr marL="1143000" indent="-228600">
              <a:lnSpc>
                <a:spcPct val="130000"/>
              </a:lnSpc>
              <a:buClr>
                <a:srgbClr val="A62038"/>
              </a:buClr>
              <a:buFont typeface="Arial" panose="020B0604020202020204" pitchFamily="34" charset="0"/>
              <a:buChar char="•"/>
              <a:defRPr sz="1800" spc="3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600200" indent="-228600">
              <a:lnSpc>
                <a:spcPct val="130000"/>
              </a:lnSpc>
              <a:buClr>
                <a:srgbClr val="A62038"/>
              </a:buClr>
              <a:buFont typeface="Arial" panose="020B0604020202020204" pitchFamily="34" charset="0"/>
              <a:buChar char="•"/>
              <a:defRPr sz="1600" spc="3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2057400" indent="-228600">
              <a:lnSpc>
                <a:spcPct val="130000"/>
              </a:lnSpc>
              <a:buClr>
                <a:srgbClr val="A62038"/>
              </a:buClr>
              <a:buFont typeface="Arial" panose="020B0604020202020204" pitchFamily="34" charset="0"/>
              <a:buChar char="•"/>
              <a:defRPr sz="1400" spc="3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marL="363538" lvl="0" indent="-363538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Clr>
                <a:srgbClr val="A62038"/>
              </a:buClr>
              <a:buFont typeface="Wingdings" panose="05000000000000000000" pitchFamily="2" charset="2"/>
              <a:buChar char="p"/>
            </a:pPr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矩形: 剪去单角 8">
            <a:extLst>
              <a:ext uri="{FF2B5EF4-FFF2-40B4-BE49-F238E27FC236}">
                <a16:creationId xmlns:a16="http://schemas.microsoft.com/office/drawing/2014/main" id="{C01F5833-69F2-4EF6-86A3-107478F3917A}"/>
              </a:ext>
            </a:extLst>
          </p:cNvPr>
          <p:cNvSpPr/>
          <p:nvPr userDrawn="1"/>
        </p:nvSpPr>
        <p:spPr>
          <a:xfrm rot="5400000" flipV="1">
            <a:off x="6020103" y="686100"/>
            <a:ext cx="147097" cy="12196703"/>
          </a:xfrm>
          <a:prstGeom prst="snip1Rect">
            <a:avLst>
              <a:gd name="adj" fmla="val 0"/>
            </a:avLst>
          </a:prstGeom>
          <a:solidFill>
            <a:schemeClr val="bg1">
              <a:lumMod val="7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10" name="灯片编号占位符 5">
            <a:extLst>
              <a:ext uri="{FF2B5EF4-FFF2-40B4-BE49-F238E27FC236}">
                <a16:creationId xmlns:a16="http://schemas.microsoft.com/office/drawing/2014/main" id="{11BB56BC-7A16-4903-8B65-ED522F7666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78570" y="6413501"/>
            <a:ext cx="1037230" cy="3429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E0CFBD"/>
                </a:solidFill>
              </a:defRPr>
            </a:lvl1pPr>
          </a:lstStyle>
          <a:p>
            <a:fld id="{548644C6-89F0-466C-949F-E70AD72679A8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12" name="平行四边形 11">
            <a:extLst>
              <a:ext uri="{FF2B5EF4-FFF2-40B4-BE49-F238E27FC236}">
                <a16:creationId xmlns:a16="http://schemas.microsoft.com/office/drawing/2014/main" id="{7A274519-A022-4B7B-A271-73B877A1BE41}"/>
              </a:ext>
            </a:extLst>
          </p:cNvPr>
          <p:cNvSpPr/>
          <p:nvPr userDrawn="1"/>
        </p:nvSpPr>
        <p:spPr>
          <a:xfrm>
            <a:off x="893764" y="6710902"/>
            <a:ext cx="873216" cy="147098"/>
          </a:xfrm>
          <a:prstGeom prst="parallelogram">
            <a:avLst/>
          </a:prstGeom>
          <a:solidFill>
            <a:srgbClr val="E0CF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A0CC23FA-1A8E-4268-A7F0-721BF212DAC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03" b="31510"/>
          <a:stretch/>
        </p:blipFill>
        <p:spPr>
          <a:xfrm>
            <a:off x="996570" y="6720427"/>
            <a:ext cx="677129" cy="128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62239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其他常规样式（2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平行四边形 11"/>
          <p:cNvSpPr/>
          <p:nvPr userDrawn="1"/>
        </p:nvSpPr>
        <p:spPr>
          <a:xfrm>
            <a:off x="734070" y="813695"/>
            <a:ext cx="10815273" cy="126607"/>
          </a:xfrm>
          <a:custGeom>
            <a:avLst/>
            <a:gdLst>
              <a:gd name="connsiteX0" fmla="*/ 0 w 10815273"/>
              <a:gd name="connsiteY0" fmla="*/ 126607 h 126607"/>
              <a:gd name="connsiteX1" fmla="*/ 45838 w 10815273"/>
              <a:gd name="connsiteY1" fmla="*/ 0 h 126607"/>
              <a:gd name="connsiteX2" fmla="*/ 10815273 w 10815273"/>
              <a:gd name="connsiteY2" fmla="*/ 0 h 126607"/>
              <a:gd name="connsiteX3" fmla="*/ 10769435 w 10815273"/>
              <a:gd name="connsiteY3" fmla="*/ 126607 h 126607"/>
              <a:gd name="connsiteX4" fmla="*/ 0 w 10815273"/>
              <a:gd name="connsiteY4" fmla="*/ 126607 h 126607"/>
              <a:gd name="connsiteX0" fmla="*/ 0 w 10815273"/>
              <a:gd name="connsiteY0" fmla="*/ 126607 h 126607"/>
              <a:gd name="connsiteX1" fmla="*/ 45838 w 10815273"/>
              <a:gd name="connsiteY1" fmla="*/ 0 h 126607"/>
              <a:gd name="connsiteX2" fmla="*/ 10815273 w 10815273"/>
              <a:gd name="connsiteY2" fmla="*/ 0 h 126607"/>
              <a:gd name="connsiteX3" fmla="*/ 10762291 w 10815273"/>
              <a:gd name="connsiteY3" fmla="*/ 126607 h 126607"/>
              <a:gd name="connsiteX4" fmla="*/ 0 w 10815273"/>
              <a:gd name="connsiteY4" fmla="*/ 126607 h 126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815273" h="126607">
                <a:moveTo>
                  <a:pt x="0" y="126607"/>
                </a:moveTo>
                <a:lnTo>
                  <a:pt x="45838" y="0"/>
                </a:lnTo>
                <a:lnTo>
                  <a:pt x="10815273" y="0"/>
                </a:lnTo>
                <a:lnTo>
                  <a:pt x="10762291" y="126607"/>
                </a:lnTo>
                <a:lnTo>
                  <a:pt x="0" y="126607"/>
                </a:lnTo>
                <a:close/>
              </a:path>
            </a:pathLst>
          </a:custGeom>
          <a:solidFill>
            <a:srgbClr val="A620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2695" y="266963"/>
            <a:ext cx="10555568" cy="557346"/>
          </a:xfr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kumimoji="1" lang="zh-CN" altLang="en-US" sz="3200" b="1" kern="1200" dirty="0">
                <a:solidFill>
                  <a:srgbClr val="A62038"/>
                </a:solidFill>
                <a:latin typeface="Book Antiqua" panose="02040602050305030304" charset="0"/>
                <a:ea typeface="微软雅黑" panose="020B0503020204020204" pitchFamily="34" charset="-122"/>
                <a:cs typeface="黑体" panose="0201060906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9" name="矩形 18"/>
          <p:cNvSpPr/>
          <p:nvPr/>
        </p:nvSpPr>
        <p:spPr>
          <a:xfrm>
            <a:off x="612638" y="266584"/>
            <a:ext cx="68533" cy="733681"/>
          </a:xfrm>
          <a:prstGeom prst="rect">
            <a:avLst/>
          </a:prstGeom>
          <a:solidFill>
            <a:schemeClr val="bg1">
              <a:lumMod val="75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" name="平行四边形 13"/>
          <p:cNvSpPr/>
          <p:nvPr userDrawn="1"/>
        </p:nvSpPr>
        <p:spPr>
          <a:xfrm rot="16200000" flipV="1">
            <a:off x="336364" y="610563"/>
            <a:ext cx="733680" cy="45718"/>
          </a:xfrm>
          <a:custGeom>
            <a:avLst/>
            <a:gdLst>
              <a:gd name="connsiteX0" fmla="*/ 0 w 771798"/>
              <a:gd name="connsiteY0" fmla="*/ 81259 h 81259"/>
              <a:gd name="connsiteX1" fmla="*/ 121596 w 771798"/>
              <a:gd name="connsiteY1" fmla="*/ 0 h 81259"/>
              <a:gd name="connsiteX2" fmla="*/ 771798 w 771798"/>
              <a:gd name="connsiteY2" fmla="*/ 0 h 81259"/>
              <a:gd name="connsiteX3" fmla="*/ 650202 w 771798"/>
              <a:gd name="connsiteY3" fmla="*/ 81259 h 81259"/>
              <a:gd name="connsiteX4" fmla="*/ 0 w 771798"/>
              <a:gd name="connsiteY4" fmla="*/ 81259 h 81259"/>
              <a:gd name="connsiteX0" fmla="*/ 0 w 774027"/>
              <a:gd name="connsiteY0" fmla="*/ 81259 h 81259"/>
              <a:gd name="connsiteX1" fmla="*/ 121596 w 774027"/>
              <a:gd name="connsiteY1" fmla="*/ 0 h 81259"/>
              <a:gd name="connsiteX2" fmla="*/ 771798 w 774027"/>
              <a:gd name="connsiteY2" fmla="*/ 0 h 81259"/>
              <a:gd name="connsiteX3" fmla="*/ 774027 w 774027"/>
              <a:gd name="connsiteY3" fmla="*/ 80068 h 81259"/>
              <a:gd name="connsiteX4" fmla="*/ 0 w 774027"/>
              <a:gd name="connsiteY4" fmla="*/ 81259 h 81259"/>
              <a:gd name="connsiteX0" fmla="*/ 0 w 772836"/>
              <a:gd name="connsiteY0" fmla="*/ 81259 h 81259"/>
              <a:gd name="connsiteX1" fmla="*/ 121596 w 772836"/>
              <a:gd name="connsiteY1" fmla="*/ 0 h 81259"/>
              <a:gd name="connsiteX2" fmla="*/ 771798 w 772836"/>
              <a:gd name="connsiteY2" fmla="*/ 0 h 81259"/>
              <a:gd name="connsiteX3" fmla="*/ 772836 w 772836"/>
              <a:gd name="connsiteY3" fmla="*/ 81258 h 81259"/>
              <a:gd name="connsiteX4" fmla="*/ 0 w 772836"/>
              <a:gd name="connsiteY4" fmla="*/ 81259 h 81259"/>
              <a:gd name="connsiteX0" fmla="*/ 0 w 772836"/>
              <a:gd name="connsiteY0" fmla="*/ 81260 h 81260"/>
              <a:gd name="connsiteX1" fmla="*/ 121596 w 772836"/>
              <a:gd name="connsiteY1" fmla="*/ 1 h 81260"/>
              <a:gd name="connsiteX2" fmla="*/ 740004 w 772836"/>
              <a:gd name="connsiteY2" fmla="*/ 0 h 81260"/>
              <a:gd name="connsiteX3" fmla="*/ 772836 w 772836"/>
              <a:gd name="connsiteY3" fmla="*/ 81259 h 81260"/>
              <a:gd name="connsiteX4" fmla="*/ 0 w 772836"/>
              <a:gd name="connsiteY4" fmla="*/ 81260 h 81260"/>
              <a:gd name="connsiteX0" fmla="*/ 0 w 772836"/>
              <a:gd name="connsiteY0" fmla="*/ 81260 h 81260"/>
              <a:gd name="connsiteX1" fmla="*/ 117680 w 772836"/>
              <a:gd name="connsiteY1" fmla="*/ 1 h 81260"/>
              <a:gd name="connsiteX2" fmla="*/ 740004 w 772836"/>
              <a:gd name="connsiteY2" fmla="*/ 0 h 81260"/>
              <a:gd name="connsiteX3" fmla="*/ 772836 w 772836"/>
              <a:gd name="connsiteY3" fmla="*/ 81259 h 81260"/>
              <a:gd name="connsiteX4" fmla="*/ 0 w 772836"/>
              <a:gd name="connsiteY4" fmla="*/ 81260 h 81260"/>
              <a:gd name="connsiteX0" fmla="*/ 0 w 772836"/>
              <a:gd name="connsiteY0" fmla="*/ 81258 h 81258"/>
              <a:gd name="connsiteX1" fmla="*/ 117680 w 772836"/>
              <a:gd name="connsiteY1" fmla="*/ -1 h 81258"/>
              <a:gd name="connsiteX2" fmla="*/ 732479 w 772836"/>
              <a:gd name="connsiteY2" fmla="*/ 8457 h 81258"/>
              <a:gd name="connsiteX3" fmla="*/ 772836 w 772836"/>
              <a:gd name="connsiteY3" fmla="*/ 81257 h 81258"/>
              <a:gd name="connsiteX4" fmla="*/ 0 w 772836"/>
              <a:gd name="connsiteY4" fmla="*/ 81258 h 81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2836" h="81258">
                <a:moveTo>
                  <a:pt x="0" y="81258"/>
                </a:moveTo>
                <a:lnTo>
                  <a:pt x="117680" y="-1"/>
                </a:lnTo>
                <a:lnTo>
                  <a:pt x="732479" y="8457"/>
                </a:lnTo>
                <a:lnTo>
                  <a:pt x="772836" y="81257"/>
                </a:lnTo>
                <a:lnTo>
                  <a:pt x="0" y="81258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平行四边形 13"/>
          <p:cNvSpPr/>
          <p:nvPr userDrawn="1"/>
        </p:nvSpPr>
        <p:spPr>
          <a:xfrm rot="16200000" flipV="1">
            <a:off x="425971" y="584317"/>
            <a:ext cx="621300" cy="45719"/>
          </a:xfrm>
          <a:custGeom>
            <a:avLst/>
            <a:gdLst>
              <a:gd name="connsiteX0" fmla="*/ 0 w 771798"/>
              <a:gd name="connsiteY0" fmla="*/ 81259 h 81259"/>
              <a:gd name="connsiteX1" fmla="*/ 121596 w 771798"/>
              <a:gd name="connsiteY1" fmla="*/ 0 h 81259"/>
              <a:gd name="connsiteX2" fmla="*/ 771798 w 771798"/>
              <a:gd name="connsiteY2" fmla="*/ 0 h 81259"/>
              <a:gd name="connsiteX3" fmla="*/ 650202 w 771798"/>
              <a:gd name="connsiteY3" fmla="*/ 81259 h 81259"/>
              <a:gd name="connsiteX4" fmla="*/ 0 w 771798"/>
              <a:gd name="connsiteY4" fmla="*/ 81259 h 81259"/>
              <a:gd name="connsiteX0" fmla="*/ 0 w 774027"/>
              <a:gd name="connsiteY0" fmla="*/ 81259 h 81259"/>
              <a:gd name="connsiteX1" fmla="*/ 121596 w 774027"/>
              <a:gd name="connsiteY1" fmla="*/ 0 h 81259"/>
              <a:gd name="connsiteX2" fmla="*/ 771798 w 774027"/>
              <a:gd name="connsiteY2" fmla="*/ 0 h 81259"/>
              <a:gd name="connsiteX3" fmla="*/ 774027 w 774027"/>
              <a:gd name="connsiteY3" fmla="*/ 80068 h 81259"/>
              <a:gd name="connsiteX4" fmla="*/ 0 w 774027"/>
              <a:gd name="connsiteY4" fmla="*/ 81259 h 81259"/>
              <a:gd name="connsiteX0" fmla="*/ 0 w 772836"/>
              <a:gd name="connsiteY0" fmla="*/ 81259 h 81259"/>
              <a:gd name="connsiteX1" fmla="*/ 121596 w 772836"/>
              <a:gd name="connsiteY1" fmla="*/ 0 h 81259"/>
              <a:gd name="connsiteX2" fmla="*/ 771798 w 772836"/>
              <a:gd name="connsiteY2" fmla="*/ 0 h 81259"/>
              <a:gd name="connsiteX3" fmla="*/ 772836 w 772836"/>
              <a:gd name="connsiteY3" fmla="*/ 81258 h 81259"/>
              <a:gd name="connsiteX4" fmla="*/ 0 w 772836"/>
              <a:gd name="connsiteY4" fmla="*/ 81259 h 81259"/>
              <a:gd name="connsiteX0" fmla="*/ 0 w 772836"/>
              <a:gd name="connsiteY0" fmla="*/ 81260 h 81260"/>
              <a:gd name="connsiteX1" fmla="*/ 121596 w 772836"/>
              <a:gd name="connsiteY1" fmla="*/ 1 h 81260"/>
              <a:gd name="connsiteX2" fmla="*/ 740004 w 772836"/>
              <a:gd name="connsiteY2" fmla="*/ 0 h 81260"/>
              <a:gd name="connsiteX3" fmla="*/ 772836 w 772836"/>
              <a:gd name="connsiteY3" fmla="*/ 81259 h 81260"/>
              <a:gd name="connsiteX4" fmla="*/ 0 w 772836"/>
              <a:gd name="connsiteY4" fmla="*/ 81260 h 81260"/>
              <a:gd name="connsiteX0" fmla="*/ 0 w 772836"/>
              <a:gd name="connsiteY0" fmla="*/ 85126 h 85126"/>
              <a:gd name="connsiteX1" fmla="*/ 166847 w 772836"/>
              <a:gd name="connsiteY1" fmla="*/ 0 h 85126"/>
              <a:gd name="connsiteX2" fmla="*/ 740004 w 772836"/>
              <a:gd name="connsiteY2" fmla="*/ 3866 h 85126"/>
              <a:gd name="connsiteX3" fmla="*/ 772836 w 772836"/>
              <a:gd name="connsiteY3" fmla="*/ 85125 h 85126"/>
              <a:gd name="connsiteX4" fmla="*/ 0 w 772836"/>
              <a:gd name="connsiteY4" fmla="*/ 85126 h 85126"/>
              <a:gd name="connsiteX0" fmla="*/ 0 w 780109"/>
              <a:gd name="connsiteY0" fmla="*/ 82225 h 85125"/>
              <a:gd name="connsiteX1" fmla="*/ 174120 w 780109"/>
              <a:gd name="connsiteY1" fmla="*/ 0 h 85125"/>
              <a:gd name="connsiteX2" fmla="*/ 747277 w 780109"/>
              <a:gd name="connsiteY2" fmla="*/ 3866 h 85125"/>
              <a:gd name="connsiteX3" fmla="*/ 780109 w 780109"/>
              <a:gd name="connsiteY3" fmla="*/ 85125 h 85125"/>
              <a:gd name="connsiteX4" fmla="*/ 0 w 780109"/>
              <a:gd name="connsiteY4" fmla="*/ 82225 h 85125"/>
              <a:gd name="connsiteX0" fmla="*/ 0 w 780109"/>
              <a:gd name="connsiteY0" fmla="*/ 82225 h 85125"/>
              <a:gd name="connsiteX1" fmla="*/ 174120 w 780109"/>
              <a:gd name="connsiteY1" fmla="*/ 0 h 85125"/>
              <a:gd name="connsiteX2" fmla="*/ 742429 w 780109"/>
              <a:gd name="connsiteY2" fmla="*/ 3865 h 85125"/>
              <a:gd name="connsiteX3" fmla="*/ 780109 w 780109"/>
              <a:gd name="connsiteY3" fmla="*/ 85125 h 85125"/>
              <a:gd name="connsiteX4" fmla="*/ 0 w 780109"/>
              <a:gd name="connsiteY4" fmla="*/ 82225 h 85125"/>
              <a:gd name="connsiteX0" fmla="*/ 0 w 780109"/>
              <a:gd name="connsiteY0" fmla="*/ 85126 h 88026"/>
              <a:gd name="connsiteX1" fmla="*/ 154727 w 780109"/>
              <a:gd name="connsiteY1" fmla="*/ 0 h 88026"/>
              <a:gd name="connsiteX2" fmla="*/ 742429 w 780109"/>
              <a:gd name="connsiteY2" fmla="*/ 6766 h 88026"/>
              <a:gd name="connsiteX3" fmla="*/ 780109 w 780109"/>
              <a:gd name="connsiteY3" fmla="*/ 88026 h 88026"/>
              <a:gd name="connsiteX4" fmla="*/ 0 w 780109"/>
              <a:gd name="connsiteY4" fmla="*/ 85126 h 88026"/>
              <a:gd name="connsiteX0" fmla="*/ 0 w 780109"/>
              <a:gd name="connsiteY0" fmla="*/ 85126 h 88026"/>
              <a:gd name="connsiteX1" fmla="*/ 154727 w 780109"/>
              <a:gd name="connsiteY1" fmla="*/ 0 h 88026"/>
              <a:gd name="connsiteX2" fmla="*/ 735156 w 780109"/>
              <a:gd name="connsiteY2" fmla="*/ 6765 h 88026"/>
              <a:gd name="connsiteX3" fmla="*/ 780109 w 780109"/>
              <a:gd name="connsiteY3" fmla="*/ 88026 h 88026"/>
              <a:gd name="connsiteX4" fmla="*/ 0 w 780109"/>
              <a:gd name="connsiteY4" fmla="*/ 85126 h 88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0109" h="88026">
                <a:moveTo>
                  <a:pt x="0" y="85126"/>
                </a:moveTo>
                <a:lnTo>
                  <a:pt x="154727" y="0"/>
                </a:lnTo>
                <a:lnTo>
                  <a:pt x="735156" y="6765"/>
                </a:lnTo>
                <a:lnTo>
                  <a:pt x="780109" y="88026"/>
                </a:lnTo>
                <a:lnTo>
                  <a:pt x="0" y="85126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占位符 16">
            <a:extLst>
              <a:ext uri="{FF2B5EF4-FFF2-40B4-BE49-F238E27FC236}">
                <a16:creationId xmlns:a16="http://schemas.microsoft.com/office/drawing/2014/main" id="{AAB3D560-7740-4E33-BB30-D91B1FCB3E12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757873" y="1198241"/>
            <a:ext cx="10716011" cy="4871986"/>
          </a:xfrm>
          <a:prstGeom prst="rect">
            <a:avLst/>
          </a:prstGeom>
        </p:spPr>
        <p:txBody>
          <a:bodyPr/>
          <a:lstStyle>
            <a:lvl1pPr marL="228600" indent="-228600">
              <a:lnSpc>
                <a:spcPct val="130000"/>
              </a:lnSpc>
              <a:buFontTx/>
              <a:buBlip>
                <a:blip r:embed="rId2"/>
              </a:buBlip>
              <a:defRPr lang="zh-CN" altLang="en-US" sz="2400" b="1" kern="1200" spc="300" dirty="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lang="zh-CN" altLang="en-US" sz="2400" kern="1200" spc="300" dirty="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lang="zh-CN" altLang="en-US" sz="2000" kern="1200" spc="300" dirty="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lang="zh-CN" altLang="en-US" sz="1800" kern="1200" spc="300" dirty="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lang="zh-CN" altLang="en-US" sz="1800" kern="1200" spc="300" dirty="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</a:lstStyle>
          <a:p>
            <a:pPr marL="363538" lvl="0" indent="-363538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FontTx/>
              <a:buBlip>
                <a:blip r:embed="rId2"/>
              </a:buBlip>
            </a:pPr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6AA23F0-508C-4DD7-A6B0-ED38F0039215}"/>
              </a:ext>
            </a:extLst>
          </p:cNvPr>
          <p:cNvSpPr/>
          <p:nvPr userDrawn="1"/>
        </p:nvSpPr>
        <p:spPr>
          <a:xfrm>
            <a:off x="709830" y="940303"/>
            <a:ext cx="10784464" cy="59962"/>
          </a:xfrm>
          <a:custGeom>
            <a:avLst/>
            <a:gdLst>
              <a:gd name="connsiteX0" fmla="*/ 0 w 10763287"/>
              <a:gd name="connsiteY0" fmla="*/ 0 h 56787"/>
              <a:gd name="connsiteX1" fmla="*/ 10763287 w 10763287"/>
              <a:gd name="connsiteY1" fmla="*/ 0 h 56787"/>
              <a:gd name="connsiteX2" fmla="*/ 10763287 w 10763287"/>
              <a:gd name="connsiteY2" fmla="*/ 56787 h 56787"/>
              <a:gd name="connsiteX3" fmla="*/ 0 w 10763287"/>
              <a:gd name="connsiteY3" fmla="*/ 56787 h 56787"/>
              <a:gd name="connsiteX4" fmla="*/ 0 w 10763287"/>
              <a:gd name="connsiteY4" fmla="*/ 0 h 56787"/>
              <a:gd name="connsiteX0" fmla="*/ 22225 w 10785512"/>
              <a:gd name="connsiteY0" fmla="*/ 0 h 56787"/>
              <a:gd name="connsiteX1" fmla="*/ 10785512 w 10785512"/>
              <a:gd name="connsiteY1" fmla="*/ 0 h 56787"/>
              <a:gd name="connsiteX2" fmla="*/ 10785512 w 10785512"/>
              <a:gd name="connsiteY2" fmla="*/ 56787 h 56787"/>
              <a:gd name="connsiteX3" fmla="*/ 0 w 10785512"/>
              <a:gd name="connsiteY3" fmla="*/ 53612 h 56787"/>
              <a:gd name="connsiteX4" fmla="*/ 22225 w 10785512"/>
              <a:gd name="connsiteY4" fmla="*/ 0 h 56787"/>
              <a:gd name="connsiteX0" fmla="*/ 22225 w 10785512"/>
              <a:gd name="connsiteY0" fmla="*/ 0 h 56787"/>
              <a:gd name="connsiteX1" fmla="*/ 10785512 w 10785512"/>
              <a:gd name="connsiteY1" fmla="*/ 0 h 56787"/>
              <a:gd name="connsiteX2" fmla="*/ 10785512 w 10785512"/>
              <a:gd name="connsiteY2" fmla="*/ 56787 h 56787"/>
              <a:gd name="connsiteX3" fmla="*/ 0 w 10785512"/>
              <a:gd name="connsiteY3" fmla="*/ 53612 h 56787"/>
              <a:gd name="connsiteX4" fmla="*/ 22225 w 10785512"/>
              <a:gd name="connsiteY4" fmla="*/ 0 h 56787"/>
              <a:gd name="connsiteX0" fmla="*/ 22225 w 10785512"/>
              <a:gd name="connsiteY0" fmla="*/ 0 h 59962"/>
              <a:gd name="connsiteX1" fmla="*/ 10785512 w 10785512"/>
              <a:gd name="connsiteY1" fmla="*/ 0 h 59962"/>
              <a:gd name="connsiteX2" fmla="*/ 10785512 w 10785512"/>
              <a:gd name="connsiteY2" fmla="*/ 56787 h 59962"/>
              <a:gd name="connsiteX3" fmla="*/ 0 w 10785512"/>
              <a:gd name="connsiteY3" fmla="*/ 59962 h 59962"/>
              <a:gd name="connsiteX4" fmla="*/ 22225 w 10785512"/>
              <a:gd name="connsiteY4" fmla="*/ 0 h 59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785512" h="59962">
                <a:moveTo>
                  <a:pt x="22225" y="0"/>
                </a:moveTo>
                <a:lnTo>
                  <a:pt x="10785512" y="0"/>
                </a:lnTo>
                <a:lnTo>
                  <a:pt x="10785512" y="56787"/>
                </a:lnTo>
                <a:lnTo>
                  <a:pt x="0" y="59962"/>
                </a:lnTo>
                <a:lnTo>
                  <a:pt x="22225" y="0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53B41A04-88E8-42AC-AB3F-749663915B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biLevel thresh="7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t="-39299"/>
          <a:stretch/>
        </p:blipFill>
        <p:spPr>
          <a:xfrm>
            <a:off x="8923033" y="261779"/>
            <a:ext cx="2626310" cy="455772"/>
          </a:xfrm>
          <a:prstGeom prst="rect">
            <a:avLst/>
          </a:prstGeom>
        </p:spPr>
      </p:pic>
      <p:sp>
        <p:nvSpPr>
          <p:cNvPr id="24" name="矩形: 剪去单角 23">
            <a:extLst>
              <a:ext uri="{FF2B5EF4-FFF2-40B4-BE49-F238E27FC236}">
                <a16:creationId xmlns:a16="http://schemas.microsoft.com/office/drawing/2014/main" id="{038E8276-FFA7-4D3F-A6D4-83702FB98247}"/>
              </a:ext>
            </a:extLst>
          </p:cNvPr>
          <p:cNvSpPr/>
          <p:nvPr userDrawn="1"/>
        </p:nvSpPr>
        <p:spPr>
          <a:xfrm rot="5400000" flipV="1">
            <a:off x="6020103" y="686100"/>
            <a:ext cx="147097" cy="12196703"/>
          </a:xfrm>
          <a:prstGeom prst="snip1Rect">
            <a:avLst>
              <a:gd name="adj" fmla="val 0"/>
            </a:avLst>
          </a:prstGeom>
          <a:solidFill>
            <a:schemeClr val="bg1">
              <a:lumMod val="7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灯片编号占位符 5">
            <a:extLst>
              <a:ext uri="{FF2B5EF4-FFF2-40B4-BE49-F238E27FC236}">
                <a16:creationId xmlns:a16="http://schemas.microsoft.com/office/drawing/2014/main" id="{7A042BD6-0938-4B4E-AC1C-82A6D855D2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78570" y="6413501"/>
            <a:ext cx="1037230" cy="3429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E0CFBD"/>
                </a:solidFill>
              </a:defRPr>
            </a:lvl1pPr>
          </a:lstStyle>
          <a:p>
            <a:fld id="{548644C6-89F0-466C-949F-E70AD72679A8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26" name="平行四边形 25">
            <a:extLst>
              <a:ext uri="{FF2B5EF4-FFF2-40B4-BE49-F238E27FC236}">
                <a16:creationId xmlns:a16="http://schemas.microsoft.com/office/drawing/2014/main" id="{4C9BB5E2-4632-42AC-99AC-E90AB6B8EB73}"/>
              </a:ext>
            </a:extLst>
          </p:cNvPr>
          <p:cNvSpPr/>
          <p:nvPr userDrawn="1"/>
        </p:nvSpPr>
        <p:spPr>
          <a:xfrm>
            <a:off x="893764" y="6710902"/>
            <a:ext cx="873216" cy="147098"/>
          </a:xfrm>
          <a:prstGeom prst="parallelogram">
            <a:avLst/>
          </a:prstGeom>
          <a:solidFill>
            <a:srgbClr val="E0CF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73B7A877-3493-431C-B19B-0D840E55F3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03" b="31510"/>
          <a:stretch/>
        </p:blipFill>
        <p:spPr>
          <a:xfrm>
            <a:off x="996570" y="6720427"/>
            <a:ext cx="677129" cy="128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33171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01">
    <p:bg>
      <p:bgPr>
        <a:solidFill>
          <a:srgbClr val="A620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F1107AAF-A38A-4F6B-A303-6BFFA7057256}"/>
              </a:ext>
            </a:extLst>
          </p:cNvPr>
          <p:cNvSpPr/>
          <p:nvPr userDrawn="1"/>
        </p:nvSpPr>
        <p:spPr>
          <a:xfrm>
            <a:off x="0" y="-13844"/>
            <a:ext cx="8775700" cy="6871844"/>
          </a:xfrm>
          <a:custGeom>
            <a:avLst/>
            <a:gdLst>
              <a:gd name="connsiteX0" fmla="*/ 0 w 7775476"/>
              <a:gd name="connsiteY0" fmla="*/ 0 h 6858000"/>
              <a:gd name="connsiteX1" fmla="*/ 7326808 w 7775476"/>
              <a:gd name="connsiteY1" fmla="*/ 0 h 6858000"/>
              <a:gd name="connsiteX2" fmla="*/ 7370317 w 7775476"/>
              <a:gd name="connsiteY2" fmla="*/ 107072 h 6858000"/>
              <a:gd name="connsiteX3" fmla="*/ 7775476 w 7775476"/>
              <a:gd name="connsiteY3" fmla="*/ 2334639 h 6858000"/>
              <a:gd name="connsiteX4" fmla="*/ 6040912 w 7775476"/>
              <a:gd name="connsiteY4" fmla="*/ 6690718 h 6858000"/>
              <a:gd name="connsiteX5" fmla="*/ 5876541 w 7775476"/>
              <a:gd name="connsiteY5" fmla="*/ 6858000 h 6858000"/>
              <a:gd name="connsiteX6" fmla="*/ 0 w 7775476"/>
              <a:gd name="connsiteY6" fmla="*/ 6858000 h 6858000"/>
              <a:gd name="connsiteX7" fmla="*/ 0 w 7775476"/>
              <a:gd name="connsiteY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775476" h="6858000">
                <a:moveTo>
                  <a:pt x="0" y="0"/>
                </a:moveTo>
                <a:lnTo>
                  <a:pt x="7326808" y="0"/>
                </a:lnTo>
                <a:lnTo>
                  <a:pt x="7370317" y="107072"/>
                </a:lnTo>
                <a:cubicBezTo>
                  <a:pt x="7632429" y="801663"/>
                  <a:pt x="7775476" y="1551942"/>
                  <a:pt x="7775476" y="2334639"/>
                </a:cubicBezTo>
                <a:cubicBezTo>
                  <a:pt x="7775476" y="4011847"/>
                  <a:pt x="7118627" y="5540198"/>
                  <a:pt x="6040912" y="6690718"/>
                </a:cubicBezTo>
                <a:lnTo>
                  <a:pt x="5876541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BFCB1C2D-E807-4882-9B9F-157ACC01138E}"/>
              </a:ext>
            </a:extLst>
          </p:cNvPr>
          <p:cNvSpPr/>
          <p:nvPr userDrawn="1"/>
        </p:nvSpPr>
        <p:spPr>
          <a:xfrm>
            <a:off x="2371344" y="1409700"/>
            <a:ext cx="3340100" cy="3340100"/>
          </a:xfrm>
          <a:prstGeom prst="ellipse">
            <a:avLst/>
          </a:prstGeom>
          <a:blipFill dpi="0" rotWithShape="1">
            <a:blip r:embed="rId2" cstate="screen">
              <a:alphaModFix amt="1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-11529" t="-11529" r="-11513" b="-11513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" name="文本占位符 31">
            <a:extLst>
              <a:ext uri="{FF2B5EF4-FFF2-40B4-BE49-F238E27FC236}">
                <a16:creationId xmlns:a16="http://schemas.microsoft.com/office/drawing/2014/main" id="{4EB0A957-E3E4-47EE-9713-82509E17FD5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60403" y="2140703"/>
            <a:ext cx="7054894" cy="1066800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6000" b="1" spc="6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76C95B42-F77C-4B76-B4A2-8859F6694536}"/>
              </a:ext>
            </a:extLst>
          </p:cNvPr>
          <p:cNvGrpSpPr/>
          <p:nvPr userDrawn="1"/>
        </p:nvGrpSpPr>
        <p:grpSpPr>
          <a:xfrm>
            <a:off x="9013882" y="2446217"/>
            <a:ext cx="2895851" cy="761295"/>
            <a:chOff x="8201082" y="2090313"/>
            <a:chExt cx="2895851" cy="761295"/>
          </a:xfrm>
        </p:grpSpPr>
        <p:pic>
          <p:nvPicPr>
            <p:cNvPr id="16" name="图片 15">
              <a:extLst>
                <a:ext uri="{FF2B5EF4-FFF2-40B4-BE49-F238E27FC236}">
                  <a16:creationId xmlns:a16="http://schemas.microsoft.com/office/drawing/2014/main" id="{36630DFA-0FAF-4302-A188-320C0BF52FCC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 cstate="screen">
              <a:duotone>
                <a:schemeClr val="accent5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0"/>
                      </a14:imgEffect>
                      <a14:imgEffect>
                        <a14:brightnessContrast bright="100000" contras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 t="-39299"/>
            <a:stretch/>
          </p:blipFill>
          <p:spPr>
            <a:xfrm>
              <a:off x="8335853" y="2090313"/>
              <a:ext cx="2626310" cy="455772"/>
            </a:xfrm>
            <a:prstGeom prst="rect">
              <a:avLst/>
            </a:prstGeom>
          </p:spPr>
        </p:pic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18618642-794D-460D-A5F1-EF34C97319E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201082" y="2595554"/>
              <a:ext cx="2895851" cy="256054"/>
            </a:xfrm>
            <a:prstGeom prst="rect">
              <a:avLst/>
            </a:prstGeom>
          </p:spPr>
        </p:pic>
      </p:grpSp>
      <p:sp>
        <p:nvSpPr>
          <p:cNvPr id="13" name="圆: 空心 12">
            <a:extLst>
              <a:ext uri="{FF2B5EF4-FFF2-40B4-BE49-F238E27FC236}">
                <a16:creationId xmlns:a16="http://schemas.microsoft.com/office/drawing/2014/main" id="{62BC467B-8A28-4AF3-9D04-F540A60E1F49}"/>
              </a:ext>
            </a:extLst>
          </p:cNvPr>
          <p:cNvSpPr/>
          <p:nvPr userDrawn="1"/>
        </p:nvSpPr>
        <p:spPr>
          <a:xfrm>
            <a:off x="1986523" y="1024614"/>
            <a:ext cx="4109742" cy="4109742"/>
          </a:xfrm>
          <a:prstGeom prst="donut">
            <a:avLst>
              <a:gd name="adj" fmla="val 9235"/>
            </a:avLst>
          </a:prstGeom>
          <a:blipFill dpi="0" rotWithShape="1">
            <a:blip r:embed="rId2" cstate="screen">
              <a:alphaModFix amt="1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71505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(带底边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剪去单角 1">
            <a:extLst>
              <a:ext uri="{FF2B5EF4-FFF2-40B4-BE49-F238E27FC236}">
                <a16:creationId xmlns:a16="http://schemas.microsoft.com/office/drawing/2014/main" id="{0A6CD1AB-0EA7-41C2-A48C-02E63ABB39C5}"/>
              </a:ext>
            </a:extLst>
          </p:cNvPr>
          <p:cNvSpPr/>
          <p:nvPr userDrawn="1"/>
        </p:nvSpPr>
        <p:spPr>
          <a:xfrm rot="5400000" flipV="1">
            <a:off x="6020103" y="686100"/>
            <a:ext cx="147097" cy="12196703"/>
          </a:xfrm>
          <a:prstGeom prst="snip1Rect">
            <a:avLst>
              <a:gd name="adj" fmla="val 0"/>
            </a:avLst>
          </a:prstGeom>
          <a:solidFill>
            <a:schemeClr val="bg1">
              <a:lumMod val="7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" name="灯片编号占位符 5">
            <a:extLst>
              <a:ext uri="{FF2B5EF4-FFF2-40B4-BE49-F238E27FC236}">
                <a16:creationId xmlns:a16="http://schemas.microsoft.com/office/drawing/2014/main" id="{192666A0-B7AF-46D9-8D8C-4D74F59461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78570" y="6413501"/>
            <a:ext cx="1037230" cy="3429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E0CFBD"/>
                </a:solidFill>
              </a:defRPr>
            </a:lvl1pPr>
          </a:lstStyle>
          <a:p>
            <a:fld id="{548644C6-89F0-466C-949F-E70AD72679A8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1A886509-BB94-48D6-B91C-A98B6C84EBDA}"/>
              </a:ext>
            </a:extLst>
          </p:cNvPr>
          <p:cNvSpPr/>
          <p:nvPr userDrawn="1"/>
        </p:nvSpPr>
        <p:spPr>
          <a:xfrm>
            <a:off x="893764" y="6710902"/>
            <a:ext cx="873216" cy="147098"/>
          </a:xfrm>
          <a:prstGeom prst="parallelogram">
            <a:avLst/>
          </a:prstGeom>
          <a:solidFill>
            <a:srgbClr val="E0CF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848A9A7-A5BB-4C53-996F-B184AF28C8FB}"/>
              </a:ext>
            </a:extLst>
          </p:cNvPr>
          <p:cNvSpPr/>
          <p:nvPr userDrawn="1"/>
        </p:nvSpPr>
        <p:spPr>
          <a:xfrm>
            <a:off x="951341" y="6663471"/>
            <a:ext cx="846707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dist"/>
            <a:r>
              <a:rPr lang="en-US" altLang="zh-CN" sz="1100" b="0" i="1" spc="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SJTU</a:t>
            </a:r>
            <a:endParaRPr lang="zh-CN" altLang="en-US" sz="1100" b="0" i="1" spc="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7749089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（纯白，无底边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5">
            <a:extLst>
              <a:ext uri="{FF2B5EF4-FFF2-40B4-BE49-F238E27FC236}">
                <a16:creationId xmlns:a16="http://schemas.microsoft.com/office/drawing/2014/main" id="{192666A0-B7AF-46D9-8D8C-4D74F59461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78570" y="6413501"/>
            <a:ext cx="1037230" cy="3429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E0CFBD"/>
                </a:solidFill>
              </a:defRPr>
            </a:lvl1pPr>
          </a:lstStyle>
          <a:p>
            <a:fld id="{548644C6-89F0-466C-949F-E70AD72679A8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72429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5">
            <a:extLst>
              <a:ext uri="{FF2B5EF4-FFF2-40B4-BE49-F238E27FC236}">
                <a16:creationId xmlns:a16="http://schemas.microsoft.com/office/drawing/2014/main" id="{9C3CF109-AFDF-4405-B2CB-EE413ABA97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78570" y="6413501"/>
            <a:ext cx="1037230" cy="3429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E0CFBD"/>
                </a:solidFill>
              </a:defRPr>
            </a:lvl1pPr>
          </a:lstStyle>
          <a:p>
            <a:fld id="{548644C6-89F0-466C-949F-E70AD72679A8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85847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3" r:id="rId2"/>
    <p:sldLayoutId id="2147483699" r:id="rId3"/>
    <p:sldLayoutId id="2147483675" r:id="rId4"/>
    <p:sldLayoutId id="2147483680" r:id="rId5"/>
    <p:sldLayoutId id="2147483696" r:id="rId6"/>
    <p:sldLayoutId id="2147483700" r:id="rId7"/>
    <p:sldLayoutId id="2147483702" r:id="rId8"/>
    <p:sldLayoutId id="2147483681" r:id="rId9"/>
    <p:sldLayoutId id="2147483651" r:id="rId10"/>
    <p:sldLayoutId id="2147483695" r:id="rId11"/>
    <p:sldLayoutId id="2147483701" r:id="rId12"/>
    <p:sldLayoutId id="2147483684" r:id="rId13"/>
    <p:sldLayoutId id="2147483652" r:id="rId14"/>
    <p:sldLayoutId id="2147483694" r:id="rId1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92" userDrawn="1">
          <p15:clr>
            <a:srgbClr val="F26B43"/>
          </p15:clr>
        </p15:guide>
        <p15:guide id="2" pos="7488" userDrawn="1">
          <p15:clr>
            <a:srgbClr val="F26B43"/>
          </p15:clr>
        </p15:guide>
        <p15:guide id="3" orient="horz" pos="432" userDrawn="1">
          <p15:clr>
            <a:srgbClr val="F26B43"/>
          </p15:clr>
        </p15:guide>
        <p15:guide id="4" orient="horz" pos="472" userDrawn="1">
          <p15:clr>
            <a:srgbClr val="F26B43"/>
          </p15:clr>
        </p15:guide>
        <p15:guide id="5" orient="horz" pos="4104" userDrawn="1">
          <p15:clr>
            <a:srgbClr val="F26B43"/>
          </p15:clr>
        </p15:guide>
        <p15:guide id="6" orient="horz" pos="405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5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Relationship Id="rId6" Type="http://schemas.microsoft.com/office/2007/relationships/hdphoto" Target="../media/hdphoto2.wdp"/><Relationship Id="rId5" Type="http://schemas.openxmlformats.org/officeDocument/2006/relationships/image" Target="../media/image3.png"/><Relationship Id="rId4" Type="http://schemas.microsoft.com/office/2007/relationships/hdphoto" Target="../media/hdphoto3.wdp"/><Relationship Id="rId9" Type="http://schemas.microsoft.com/office/2007/relationships/hdphoto" Target="../media/hdphoto4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F48A5031-B257-4BCC-9C72-BD82F4C2E894}"/>
              </a:ext>
            </a:extLst>
          </p:cNvPr>
          <p:cNvSpPr/>
          <p:nvPr/>
        </p:nvSpPr>
        <p:spPr>
          <a:xfrm>
            <a:off x="-1" y="-13844"/>
            <a:ext cx="297326" cy="6871844"/>
          </a:xfrm>
          <a:prstGeom prst="roundRect">
            <a:avLst>
              <a:gd name="adj" fmla="val 0"/>
            </a:avLst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占位符 5">
            <a:extLst>
              <a:ext uri="{FF2B5EF4-FFF2-40B4-BE49-F238E27FC236}">
                <a16:creationId xmlns:a16="http://schemas.microsoft.com/office/drawing/2014/main" id="{B3DA79C4-DBCF-4139-BBC2-57ABE1168DDE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8800"/>
                    </a14:imgEffect>
                    <a14:imgEffect>
                      <a14:saturation sat="1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951" y="-13844"/>
            <a:ext cx="12179048" cy="6871844"/>
          </a:xfrm>
          <a:prstGeom prst="rect">
            <a:avLst/>
          </a:prstGeom>
        </p:spPr>
      </p:pic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DCB7B766-6D7C-489C-94D0-51EF075B41ED}"/>
              </a:ext>
            </a:extLst>
          </p:cNvPr>
          <p:cNvSpPr/>
          <p:nvPr/>
        </p:nvSpPr>
        <p:spPr>
          <a:xfrm>
            <a:off x="1" y="-13844"/>
            <a:ext cx="9051317" cy="6871844"/>
          </a:xfrm>
          <a:custGeom>
            <a:avLst/>
            <a:gdLst>
              <a:gd name="connsiteX0" fmla="*/ 0 w 9051317"/>
              <a:gd name="connsiteY0" fmla="*/ 0 h 6871844"/>
              <a:gd name="connsiteX1" fmla="*/ 8724495 w 9051317"/>
              <a:gd name="connsiteY1" fmla="*/ 0 h 6871844"/>
              <a:gd name="connsiteX2" fmla="*/ 8832115 w 9051317"/>
              <a:gd name="connsiteY2" fmla="*/ 466295 h 6871844"/>
              <a:gd name="connsiteX3" fmla="*/ 9051317 w 9051317"/>
              <a:gd name="connsiteY3" fmla="*/ 2640728 h 6871844"/>
              <a:gd name="connsiteX4" fmla="*/ 8203435 w 9051317"/>
              <a:gd name="connsiteY4" fmla="*/ 6840435 h 6871844"/>
              <a:gd name="connsiteX5" fmla="*/ 8189236 w 9051317"/>
              <a:gd name="connsiteY5" fmla="*/ 6871844 h 6871844"/>
              <a:gd name="connsiteX6" fmla="*/ 0 w 9051317"/>
              <a:gd name="connsiteY6" fmla="*/ 6871844 h 6871844"/>
              <a:gd name="connsiteX7" fmla="*/ 0 w 9051317"/>
              <a:gd name="connsiteY7" fmla="*/ 0 h 68718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51317" h="6871844">
                <a:moveTo>
                  <a:pt x="0" y="0"/>
                </a:moveTo>
                <a:lnTo>
                  <a:pt x="8724495" y="0"/>
                </a:lnTo>
                <a:lnTo>
                  <a:pt x="8832115" y="466295"/>
                </a:lnTo>
                <a:cubicBezTo>
                  <a:pt x="8975839" y="1168657"/>
                  <a:pt x="9051317" y="1895878"/>
                  <a:pt x="9051317" y="2640728"/>
                </a:cubicBezTo>
                <a:cubicBezTo>
                  <a:pt x="9051317" y="4130428"/>
                  <a:pt x="8749407" y="5549614"/>
                  <a:pt x="8203435" y="6840435"/>
                </a:cubicBezTo>
                <a:lnTo>
                  <a:pt x="8189236" y="6871844"/>
                </a:lnTo>
                <a:lnTo>
                  <a:pt x="0" y="6871844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F31E5E01-E43C-4BD8-926A-97C0FEAAF05A}"/>
              </a:ext>
            </a:extLst>
          </p:cNvPr>
          <p:cNvSpPr/>
          <p:nvPr/>
        </p:nvSpPr>
        <p:spPr>
          <a:xfrm>
            <a:off x="0" y="-13844"/>
            <a:ext cx="8775700" cy="6871844"/>
          </a:xfrm>
          <a:custGeom>
            <a:avLst/>
            <a:gdLst>
              <a:gd name="connsiteX0" fmla="*/ 0 w 7775476"/>
              <a:gd name="connsiteY0" fmla="*/ 0 h 6858000"/>
              <a:gd name="connsiteX1" fmla="*/ 7326808 w 7775476"/>
              <a:gd name="connsiteY1" fmla="*/ 0 h 6858000"/>
              <a:gd name="connsiteX2" fmla="*/ 7370317 w 7775476"/>
              <a:gd name="connsiteY2" fmla="*/ 107072 h 6858000"/>
              <a:gd name="connsiteX3" fmla="*/ 7775476 w 7775476"/>
              <a:gd name="connsiteY3" fmla="*/ 2334639 h 6858000"/>
              <a:gd name="connsiteX4" fmla="*/ 6040912 w 7775476"/>
              <a:gd name="connsiteY4" fmla="*/ 6690718 h 6858000"/>
              <a:gd name="connsiteX5" fmla="*/ 5876541 w 7775476"/>
              <a:gd name="connsiteY5" fmla="*/ 6858000 h 6858000"/>
              <a:gd name="connsiteX6" fmla="*/ 0 w 7775476"/>
              <a:gd name="connsiteY6" fmla="*/ 6858000 h 6858000"/>
              <a:gd name="connsiteX7" fmla="*/ 0 w 7775476"/>
              <a:gd name="connsiteY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775476" h="6858000">
                <a:moveTo>
                  <a:pt x="0" y="0"/>
                </a:moveTo>
                <a:lnTo>
                  <a:pt x="7326808" y="0"/>
                </a:lnTo>
                <a:lnTo>
                  <a:pt x="7370317" y="107072"/>
                </a:lnTo>
                <a:cubicBezTo>
                  <a:pt x="7632429" y="801663"/>
                  <a:pt x="7775476" y="1551942"/>
                  <a:pt x="7775476" y="2334639"/>
                </a:cubicBezTo>
                <a:cubicBezTo>
                  <a:pt x="7775476" y="4011847"/>
                  <a:pt x="7118627" y="5540198"/>
                  <a:pt x="6040912" y="6690718"/>
                </a:cubicBezTo>
                <a:lnTo>
                  <a:pt x="5876541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A620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0C48E97D-88BC-437D-8C49-8E0067159F6D}"/>
              </a:ext>
            </a:extLst>
          </p:cNvPr>
          <p:cNvSpPr txBox="1">
            <a:spLocks/>
          </p:cNvSpPr>
          <p:nvPr/>
        </p:nvSpPr>
        <p:spPr>
          <a:xfrm>
            <a:off x="765545" y="1370567"/>
            <a:ext cx="8010155" cy="2970017"/>
          </a:xfrm>
          <a:prstGeom prst="rect">
            <a:avLst/>
          </a:prstGeom>
        </p:spPr>
        <p:txBody>
          <a:bodyPr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5400" b="1" kern="1200" spc="3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pc="0" dirty="0"/>
              <a:t>KEM in Modern Protocol Design</a:t>
            </a:r>
          </a:p>
          <a:p>
            <a:endParaRPr lang="en-US" altLang="zh-CN" sz="900" b="0" dirty="0"/>
          </a:p>
          <a:p>
            <a:pPr>
              <a:lnSpc>
                <a:spcPct val="150000"/>
              </a:lnSpc>
            </a:pPr>
            <a:r>
              <a:rPr lang="en-US" altLang="zh-CN" sz="2400" b="0" spc="0" dirty="0"/>
              <a:t>From CCA Security to Post-Quantum Deployment</a:t>
            </a:r>
            <a:endParaRPr lang="zh-CN" altLang="en-US" sz="3600" spc="0" dirty="0"/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D5DD2422-3520-4BE8-B878-B31BF50F353C}"/>
              </a:ext>
            </a:extLst>
          </p:cNvPr>
          <p:cNvGrpSpPr/>
          <p:nvPr/>
        </p:nvGrpSpPr>
        <p:grpSpPr>
          <a:xfrm>
            <a:off x="4387850" y="5351007"/>
            <a:ext cx="2895851" cy="747975"/>
            <a:chOff x="1142749" y="5535283"/>
            <a:chExt cx="2895851" cy="747975"/>
          </a:xfrm>
        </p:grpSpPr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CFD4CD05-ED13-4C2C-8AFE-AD7EF7E8D90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screen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aturation sat="0"/>
                      </a14:imgEffect>
                      <a14:imgEffect>
                        <a14:brightnessContrast bright="20000" contras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 t="-39299"/>
            <a:stretch/>
          </p:blipFill>
          <p:spPr>
            <a:xfrm>
              <a:off x="1231900" y="5535283"/>
              <a:ext cx="2626310" cy="455772"/>
            </a:xfrm>
            <a:prstGeom prst="rect">
              <a:avLst/>
            </a:prstGeom>
          </p:spPr>
        </p:pic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D6E0EA7E-9AE2-4906-A971-CDB99D044FB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lum bright="70000" contrast="-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142749" y="6027204"/>
              <a:ext cx="2895851" cy="256054"/>
            </a:xfrm>
            <a:prstGeom prst="rect">
              <a:avLst/>
            </a:prstGeom>
          </p:spPr>
        </p:pic>
      </p:grpSp>
      <p:sp>
        <p:nvSpPr>
          <p:cNvPr id="14" name="文本占位符 9">
            <a:extLst>
              <a:ext uri="{FF2B5EF4-FFF2-40B4-BE49-F238E27FC236}">
                <a16:creationId xmlns:a16="http://schemas.microsoft.com/office/drawing/2014/main" id="{E2019E2E-879B-4D36-B498-1C60A94215A2}"/>
              </a:ext>
            </a:extLst>
          </p:cNvPr>
          <p:cNvSpPr txBox="1">
            <a:spLocks/>
          </p:cNvSpPr>
          <p:nvPr/>
        </p:nvSpPr>
        <p:spPr>
          <a:xfrm>
            <a:off x="814385" y="5365386"/>
            <a:ext cx="4212631" cy="1078928"/>
          </a:xfrm>
          <a:prstGeom prst="rect">
            <a:avLst/>
          </a:prstGeom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zh-CN" sz="1600" dirty="0">
                <a:solidFill>
                  <a:schemeClr val="bg1"/>
                </a:solidFill>
              </a:rPr>
              <a:t>Shenyu Wu, 523031910465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600" dirty="0" err="1">
                <a:solidFill>
                  <a:schemeClr val="bg1"/>
                </a:solidFill>
              </a:rPr>
              <a:t>Yuezhao</a:t>
            </a:r>
            <a:r>
              <a:rPr lang="en-US" altLang="zh-CN" sz="1600" dirty="0">
                <a:solidFill>
                  <a:schemeClr val="bg1"/>
                </a:solidFill>
              </a:rPr>
              <a:t> Ma, 523031910684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600" dirty="0">
                <a:solidFill>
                  <a:schemeClr val="bg1"/>
                </a:solidFill>
              </a:rPr>
              <a:t>Chengyuan Huang, 523031910102 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F01CB730-FFEF-47D3-BD1C-8BADB79F66F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713" y="254615"/>
            <a:ext cx="2577988" cy="847493"/>
          </a:xfrm>
          <a:prstGeom prst="rect">
            <a:avLst/>
          </a:prstGeom>
        </p:spPr>
      </p:pic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FB270962-398B-42A2-9B90-D222339066DC}"/>
              </a:ext>
            </a:extLst>
          </p:cNvPr>
          <p:cNvCxnSpPr/>
          <p:nvPr/>
        </p:nvCxnSpPr>
        <p:spPr>
          <a:xfrm>
            <a:off x="2590674" y="-624115"/>
            <a:ext cx="1485829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4804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8BD7089E-3315-4B96-960F-ECAEA8D18ECB}"/>
              </a:ext>
            </a:extLst>
          </p:cNvPr>
          <p:cNvSpPr/>
          <p:nvPr/>
        </p:nvSpPr>
        <p:spPr>
          <a:xfrm>
            <a:off x="5253478" y="886689"/>
            <a:ext cx="5809673" cy="550662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2D11C22E-7FDD-4818-B3D9-F8B05A8EC72D}"/>
              </a:ext>
            </a:extLst>
          </p:cNvPr>
          <p:cNvSpPr/>
          <p:nvPr/>
        </p:nvSpPr>
        <p:spPr>
          <a:xfrm>
            <a:off x="5253478" y="1768123"/>
            <a:ext cx="5809673" cy="550662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1BB77A1C-41F6-4D69-80FE-86E7AC6FB3AA}"/>
              </a:ext>
            </a:extLst>
          </p:cNvPr>
          <p:cNvSpPr/>
          <p:nvPr/>
        </p:nvSpPr>
        <p:spPr>
          <a:xfrm>
            <a:off x="5253478" y="2649557"/>
            <a:ext cx="5809673" cy="550662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45142DB3-BF74-4859-ABE5-06B5C4D07F12}"/>
              </a:ext>
            </a:extLst>
          </p:cNvPr>
          <p:cNvSpPr/>
          <p:nvPr/>
        </p:nvSpPr>
        <p:spPr>
          <a:xfrm>
            <a:off x="5253478" y="3530991"/>
            <a:ext cx="5809673" cy="550662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33746FF6-107E-4EFC-92B5-0869F303474F}"/>
              </a:ext>
            </a:extLst>
          </p:cNvPr>
          <p:cNvSpPr/>
          <p:nvPr/>
        </p:nvSpPr>
        <p:spPr>
          <a:xfrm>
            <a:off x="5253478" y="4412425"/>
            <a:ext cx="5809673" cy="550662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Object 205">
            <a:extLst>
              <a:ext uri="{FF2B5EF4-FFF2-40B4-BE49-F238E27FC236}">
                <a16:creationId xmlns:a16="http://schemas.microsoft.com/office/drawing/2014/main" id="{3EA3E62A-1151-422E-A13B-82B6BCBD930C}"/>
              </a:ext>
            </a:extLst>
          </p:cNvPr>
          <p:cNvSpPr txBox="1"/>
          <p:nvPr/>
        </p:nvSpPr>
        <p:spPr>
          <a:xfrm>
            <a:off x="5565457" y="3584481"/>
            <a:ext cx="5438189" cy="457200"/>
          </a:xfrm>
          <a:prstGeom prst="rect">
            <a:avLst/>
          </a:prstGeom>
        </p:spPr>
        <p:txBody>
          <a:bodyPr vert="horz" rtlCol="0" anchor="ctr" anchorCtr="0">
            <a:noAutofit/>
          </a:bodyPr>
          <a:lstStyle/>
          <a:p>
            <a:pPr defTabSz="457200"/>
            <a:r>
              <a:rPr lang="en-US" altLang="zh-CN" sz="3000" spc="300" dirty="0">
                <a:solidFill>
                  <a:srgbClr val="A6203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Personal Insights</a:t>
            </a:r>
            <a:endParaRPr lang="zh-CN" altLang="en-US" sz="3000" spc="300" dirty="0">
              <a:solidFill>
                <a:srgbClr val="A6203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Object 207">
            <a:extLst>
              <a:ext uri="{FF2B5EF4-FFF2-40B4-BE49-F238E27FC236}">
                <a16:creationId xmlns:a16="http://schemas.microsoft.com/office/drawing/2014/main" id="{1FE7D1AB-0F6A-4246-AA09-AD6DF02621F6}"/>
              </a:ext>
            </a:extLst>
          </p:cNvPr>
          <p:cNvSpPr txBox="1"/>
          <p:nvPr/>
        </p:nvSpPr>
        <p:spPr>
          <a:xfrm>
            <a:off x="5540058" y="1827821"/>
            <a:ext cx="5463589" cy="457200"/>
          </a:xfrm>
          <a:prstGeom prst="rect">
            <a:avLst/>
          </a:prstGeom>
        </p:spPr>
        <p:txBody>
          <a:bodyPr vert="horz" rtlCol="0" anchor="ctr" anchorCtr="0">
            <a:noAutofit/>
          </a:bodyPr>
          <a:lstStyle/>
          <a:p>
            <a:pPr defTabSz="457200"/>
            <a:r>
              <a:rPr lang="en-US" altLang="zh-CN" sz="3000" spc="300" dirty="0">
                <a:solidFill>
                  <a:srgbClr val="A6203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Technical Core </a:t>
            </a:r>
            <a:endParaRPr lang="zh-CN" altLang="en-US" sz="3000" spc="300" dirty="0">
              <a:solidFill>
                <a:srgbClr val="A6203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Object 209">
            <a:extLst>
              <a:ext uri="{FF2B5EF4-FFF2-40B4-BE49-F238E27FC236}">
                <a16:creationId xmlns:a16="http://schemas.microsoft.com/office/drawing/2014/main" id="{560C5A8C-9FCB-43B5-9294-427E97E12054}"/>
              </a:ext>
            </a:extLst>
          </p:cNvPr>
          <p:cNvSpPr txBox="1"/>
          <p:nvPr/>
        </p:nvSpPr>
        <p:spPr>
          <a:xfrm>
            <a:off x="5533707" y="949491"/>
            <a:ext cx="5469940" cy="457200"/>
          </a:xfrm>
          <a:prstGeom prst="rect">
            <a:avLst/>
          </a:prstGeom>
        </p:spPr>
        <p:txBody>
          <a:bodyPr vert="horz" rtlCol="0" anchor="ctr" anchorCtr="0">
            <a:noAutofit/>
          </a:bodyPr>
          <a:lstStyle/>
          <a:p>
            <a:pPr defTabSz="457200"/>
            <a:r>
              <a:rPr lang="en-US" altLang="zh-CN" sz="3000" spc="300" dirty="0">
                <a:solidFill>
                  <a:srgbClr val="A6203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Introduction</a:t>
            </a:r>
            <a:endParaRPr lang="zh-CN" altLang="en-US" sz="900" spc="300" dirty="0">
              <a:solidFill>
                <a:srgbClr val="A6203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Object 205">
            <a:extLst>
              <a:ext uri="{FF2B5EF4-FFF2-40B4-BE49-F238E27FC236}">
                <a16:creationId xmlns:a16="http://schemas.microsoft.com/office/drawing/2014/main" id="{11BDC666-5144-4369-8219-ACB373001255}"/>
              </a:ext>
            </a:extLst>
          </p:cNvPr>
          <p:cNvSpPr txBox="1"/>
          <p:nvPr/>
        </p:nvSpPr>
        <p:spPr>
          <a:xfrm>
            <a:off x="5565457" y="2706151"/>
            <a:ext cx="5438189" cy="457200"/>
          </a:xfrm>
          <a:prstGeom prst="rect">
            <a:avLst/>
          </a:prstGeom>
        </p:spPr>
        <p:txBody>
          <a:bodyPr vert="horz" rtlCol="0" anchor="ctr" anchorCtr="0">
            <a:noAutofit/>
          </a:bodyPr>
          <a:lstStyle/>
          <a:p>
            <a:pPr defTabSz="457200"/>
            <a:r>
              <a:rPr lang="en-US" altLang="zh-CN" sz="3000" spc="300" dirty="0">
                <a:solidFill>
                  <a:srgbClr val="A6203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Implementation</a:t>
            </a:r>
            <a:endParaRPr lang="zh-CN" altLang="en-US" sz="3000" spc="300" dirty="0">
              <a:solidFill>
                <a:srgbClr val="A6203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灯片编号占位符 9">
            <a:extLst>
              <a:ext uri="{FF2B5EF4-FFF2-40B4-BE49-F238E27FC236}">
                <a16:creationId xmlns:a16="http://schemas.microsoft.com/office/drawing/2014/main" id="{F7F15BD3-F4F6-4459-8BDF-DE4BA0C320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48644C6-89F0-466C-949F-E70AD72679A8}" type="slidenum">
              <a:rPr lang="zh-CN" altLang="en-US" smtClean="0"/>
              <a:pPr/>
              <a:t>2</a:t>
            </a:fld>
            <a:endParaRPr lang="zh-CN" altLang="en-US"/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B8A4AE2A-A60A-421E-A69D-DBA4B4DB09EC}"/>
              </a:ext>
            </a:extLst>
          </p:cNvPr>
          <p:cNvCxnSpPr/>
          <p:nvPr/>
        </p:nvCxnSpPr>
        <p:spPr>
          <a:xfrm>
            <a:off x="978420" y="2566566"/>
            <a:ext cx="1485829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06881802-E497-4552-800C-C783B9706327}"/>
              </a:ext>
            </a:extLst>
          </p:cNvPr>
          <p:cNvSpPr/>
          <p:nvPr/>
        </p:nvSpPr>
        <p:spPr>
          <a:xfrm>
            <a:off x="978420" y="2505046"/>
            <a:ext cx="1485830" cy="45719"/>
          </a:xfrm>
          <a:prstGeom prst="roundRect">
            <a:avLst>
              <a:gd name="adj" fmla="val 0"/>
            </a:avLst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Object 205">
            <a:extLst>
              <a:ext uri="{FF2B5EF4-FFF2-40B4-BE49-F238E27FC236}">
                <a16:creationId xmlns:a16="http://schemas.microsoft.com/office/drawing/2014/main" id="{491F623A-B652-4263-92AE-203410D2ACF2}"/>
              </a:ext>
            </a:extLst>
          </p:cNvPr>
          <p:cNvSpPr txBox="1"/>
          <p:nvPr/>
        </p:nvSpPr>
        <p:spPr>
          <a:xfrm>
            <a:off x="5565457" y="4462811"/>
            <a:ext cx="5438189" cy="457200"/>
          </a:xfrm>
          <a:prstGeom prst="rect">
            <a:avLst/>
          </a:prstGeom>
        </p:spPr>
        <p:txBody>
          <a:bodyPr vert="horz" rtlCol="0" anchor="ctr" anchorCtr="0">
            <a:noAutofit/>
          </a:bodyPr>
          <a:lstStyle/>
          <a:p>
            <a:pPr defTabSz="457200"/>
            <a:r>
              <a:rPr lang="en-US" altLang="zh-CN" sz="3000" spc="300" dirty="0">
                <a:solidFill>
                  <a:srgbClr val="A6203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References</a:t>
            </a:r>
            <a:endParaRPr lang="zh-CN" altLang="en-US" sz="3000" spc="300" dirty="0">
              <a:solidFill>
                <a:srgbClr val="A6203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Object 205">
            <a:extLst>
              <a:ext uri="{FF2B5EF4-FFF2-40B4-BE49-F238E27FC236}">
                <a16:creationId xmlns:a16="http://schemas.microsoft.com/office/drawing/2014/main" id="{83E6D62E-37CD-4CF4-BE89-D16CBC2076B2}"/>
              </a:ext>
            </a:extLst>
          </p:cNvPr>
          <p:cNvSpPr txBox="1"/>
          <p:nvPr/>
        </p:nvSpPr>
        <p:spPr>
          <a:xfrm>
            <a:off x="4326361" y="3584481"/>
            <a:ext cx="1147841" cy="457200"/>
          </a:xfrm>
          <a:prstGeom prst="rect">
            <a:avLst/>
          </a:prstGeom>
        </p:spPr>
        <p:txBody>
          <a:bodyPr vert="horz" rtlCol="0" anchor="ctr" anchorCtr="0">
            <a:noAutofit/>
          </a:bodyPr>
          <a:lstStyle/>
          <a:p>
            <a:pPr defTabSz="457200"/>
            <a:r>
              <a:rPr lang="en-US" altLang="zh-CN" sz="3000" spc="300" dirty="0">
                <a:solidFill>
                  <a:srgbClr val="E0CFB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r>
              <a:rPr lang="en-US" altLang="zh-CN" sz="3000" spc="3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endParaRPr lang="zh-CN" altLang="en-US" sz="3000" spc="3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Object 207">
            <a:extLst>
              <a:ext uri="{FF2B5EF4-FFF2-40B4-BE49-F238E27FC236}">
                <a16:creationId xmlns:a16="http://schemas.microsoft.com/office/drawing/2014/main" id="{FBAA75F7-69FB-4F4B-85AE-5CD9EF74E8F8}"/>
              </a:ext>
            </a:extLst>
          </p:cNvPr>
          <p:cNvSpPr txBox="1"/>
          <p:nvPr/>
        </p:nvSpPr>
        <p:spPr>
          <a:xfrm>
            <a:off x="4300963" y="1827821"/>
            <a:ext cx="1153202" cy="457200"/>
          </a:xfrm>
          <a:prstGeom prst="rect">
            <a:avLst/>
          </a:prstGeom>
        </p:spPr>
        <p:txBody>
          <a:bodyPr vert="horz" rtlCol="0" anchor="ctr" anchorCtr="0">
            <a:noAutofit/>
          </a:bodyPr>
          <a:lstStyle/>
          <a:p>
            <a:pPr defTabSz="457200"/>
            <a:r>
              <a:rPr lang="en-US" altLang="zh-CN" sz="3000" spc="300" dirty="0">
                <a:solidFill>
                  <a:srgbClr val="E0CFB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r>
              <a:rPr lang="en-US" altLang="zh-CN" sz="3000" spc="3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endParaRPr lang="zh-CN" altLang="en-US" sz="3000" spc="3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Object 209">
            <a:extLst>
              <a:ext uri="{FF2B5EF4-FFF2-40B4-BE49-F238E27FC236}">
                <a16:creationId xmlns:a16="http://schemas.microsoft.com/office/drawing/2014/main" id="{2A9D0054-DAD4-4056-8042-121392405274}"/>
              </a:ext>
            </a:extLst>
          </p:cNvPr>
          <p:cNvSpPr txBox="1"/>
          <p:nvPr/>
        </p:nvSpPr>
        <p:spPr>
          <a:xfrm>
            <a:off x="4294611" y="949491"/>
            <a:ext cx="1154543" cy="457200"/>
          </a:xfrm>
          <a:prstGeom prst="rect">
            <a:avLst/>
          </a:prstGeom>
        </p:spPr>
        <p:txBody>
          <a:bodyPr vert="horz" rtlCol="0" anchor="ctr" anchorCtr="0">
            <a:noAutofit/>
          </a:bodyPr>
          <a:lstStyle/>
          <a:p>
            <a:pPr defTabSz="457200"/>
            <a:r>
              <a:rPr lang="en-US" altLang="zh-CN" sz="3000" spc="300" dirty="0">
                <a:solidFill>
                  <a:srgbClr val="E0CFB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r>
              <a:rPr lang="en-US" altLang="zh-CN" sz="3000" spc="3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endParaRPr lang="zh-CN" altLang="en-US" sz="900" spc="3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Object 205">
            <a:extLst>
              <a:ext uri="{FF2B5EF4-FFF2-40B4-BE49-F238E27FC236}">
                <a16:creationId xmlns:a16="http://schemas.microsoft.com/office/drawing/2014/main" id="{6067945F-723D-4B73-BBDE-3EE5D212FF62}"/>
              </a:ext>
            </a:extLst>
          </p:cNvPr>
          <p:cNvSpPr txBox="1"/>
          <p:nvPr/>
        </p:nvSpPr>
        <p:spPr>
          <a:xfrm>
            <a:off x="4326361" y="2706151"/>
            <a:ext cx="1147841" cy="457200"/>
          </a:xfrm>
          <a:prstGeom prst="rect">
            <a:avLst/>
          </a:prstGeom>
        </p:spPr>
        <p:txBody>
          <a:bodyPr vert="horz" rtlCol="0" anchor="ctr" anchorCtr="0">
            <a:noAutofit/>
          </a:bodyPr>
          <a:lstStyle/>
          <a:p>
            <a:pPr defTabSz="457200"/>
            <a:r>
              <a:rPr lang="en-US" altLang="zh-CN" sz="3000" spc="300" dirty="0">
                <a:solidFill>
                  <a:srgbClr val="E0CFB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r>
              <a:rPr lang="en-US" altLang="zh-CN" sz="3000" spc="3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endParaRPr lang="zh-CN" altLang="en-US" sz="3000" spc="3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Object 205">
            <a:extLst>
              <a:ext uri="{FF2B5EF4-FFF2-40B4-BE49-F238E27FC236}">
                <a16:creationId xmlns:a16="http://schemas.microsoft.com/office/drawing/2014/main" id="{BF5437FA-D57B-47A1-A239-5BCDB75787D2}"/>
              </a:ext>
            </a:extLst>
          </p:cNvPr>
          <p:cNvSpPr txBox="1"/>
          <p:nvPr/>
        </p:nvSpPr>
        <p:spPr>
          <a:xfrm>
            <a:off x="4326361" y="4462811"/>
            <a:ext cx="1147841" cy="457200"/>
          </a:xfrm>
          <a:prstGeom prst="rect">
            <a:avLst/>
          </a:prstGeom>
        </p:spPr>
        <p:txBody>
          <a:bodyPr vert="horz" rtlCol="0" anchor="ctr" anchorCtr="0">
            <a:noAutofit/>
          </a:bodyPr>
          <a:lstStyle/>
          <a:p>
            <a:pPr defTabSz="457200"/>
            <a:r>
              <a:rPr lang="en-US" altLang="zh-CN" sz="3000" spc="300" dirty="0">
                <a:solidFill>
                  <a:srgbClr val="E0CFB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05</a:t>
            </a:r>
            <a:r>
              <a:rPr lang="en-US" altLang="zh-CN" sz="3000" spc="3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endParaRPr lang="zh-CN" altLang="en-US" sz="3000" spc="3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C773F75-4044-3254-B14B-89B24961A039}"/>
              </a:ext>
            </a:extLst>
          </p:cNvPr>
          <p:cNvSpPr txBox="1"/>
          <p:nvPr/>
        </p:nvSpPr>
        <p:spPr>
          <a:xfrm>
            <a:off x="449191" y="1559441"/>
            <a:ext cx="2544286" cy="830997"/>
          </a:xfrm>
          <a:prstGeom prst="rect">
            <a:avLst/>
          </a:prstGeom>
          <a:solidFill>
            <a:srgbClr val="A62038"/>
          </a:solidFill>
        </p:spPr>
        <p:txBody>
          <a:bodyPr wrap="none" rtlCol="0">
            <a:spAutoFit/>
          </a:bodyPr>
          <a:lstStyle/>
          <a:p>
            <a:r>
              <a:rPr lang="en-US" altLang="zh-CN" sz="4800" b="1" dirty="0">
                <a:solidFill>
                  <a:schemeClr val="bg1"/>
                </a:solidFill>
                <a:latin typeface="Times New Roman" panose="02020603050405020304" pitchFamily="18" charset="0"/>
                <a:ea typeface="JetBrainsMono NF Medium" panose="02000009000000000000" pitchFamily="50" charset="0"/>
                <a:cs typeface="Times New Roman" panose="02020603050405020304" pitchFamily="18" charset="0"/>
              </a:rPr>
              <a:t>Contents</a:t>
            </a:r>
            <a:endParaRPr lang="zh-CN" altLang="en-US" sz="4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99772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571204DD-7793-44FC-A828-C9F2B4D60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altLang="zh-CN" sz="4000" dirty="0"/>
              <a:t>Introduction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3F5EE4E-D8E6-4A42-90C9-20D6EF6D485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defTabSz="457200">
              <a:lnSpc>
                <a:spcPct val="125000"/>
              </a:lnSpc>
            </a:pPr>
            <a:r>
              <a:rPr lang="en-US" altLang="zh-CN" sz="1800" spc="28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Background and Motivation</a:t>
            </a:r>
            <a:endParaRPr lang="zh-CN" altLang="en-US" sz="18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5DC901F-AE4A-44B4-9244-CC33B21809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48644C6-89F0-466C-949F-E70AD72679A8}" type="slidenum">
              <a:rPr lang="zh-CN" altLang="en-US" smtClean="0"/>
              <a:pPr/>
              <a:t>3</a:t>
            </a:fld>
            <a:endParaRPr lang="zh-CN" altLang="en-US"/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A915BBA9-AB52-417C-91E8-D9CE8EDDD7D6}"/>
              </a:ext>
            </a:extLst>
          </p:cNvPr>
          <p:cNvCxnSpPr>
            <a:cxnSpLocks/>
          </p:cNvCxnSpPr>
          <p:nvPr/>
        </p:nvCxnSpPr>
        <p:spPr>
          <a:xfrm>
            <a:off x="1155223" y="1859603"/>
            <a:ext cx="116664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bject 602">
            <a:extLst>
              <a:ext uri="{FF2B5EF4-FFF2-40B4-BE49-F238E27FC236}">
                <a16:creationId xmlns:a16="http://schemas.microsoft.com/office/drawing/2014/main" id="{F8649994-A32A-4DAA-B2EA-4B592D4732F2}"/>
              </a:ext>
            </a:extLst>
          </p:cNvPr>
          <p:cNvSpPr txBox="1"/>
          <p:nvPr/>
        </p:nvSpPr>
        <p:spPr>
          <a:xfrm>
            <a:off x="342900" y="862931"/>
            <a:ext cx="3408525" cy="2107268"/>
          </a:xfrm>
          <a:prstGeom prst="rect">
            <a:avLst/>
          </a:prstGeom>
        </p:spPr>
        <p:txBody>
          <a:bodyPr vert="horz" rtlCol="0" anchor="t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zh-CN" sz="13100" b="1" i="0" dirty="0">
                <a:gradFill flip="none" rotWithShape="1">
                  <a:gsLst>
                    <a:gs pos="0">
                      <a:srgbClr val="D7C1A9"/>
                    </a:gs>
                    <a:gs pos="74418">
                      <a:srgbClr val="D7C1A9">
                        <a:alpha val="0"/>
                      </a:srgbClr>
                    </a:gs>
                  </a:gsLst>
                  <a:lin ang="5400000"/>
                </a:gradFill>
                <a:latin typeface="+mj-ea"/>
                <a:ea typeface="+mj-ea"/>
              </a:rPr>
              <a:t>0</a:t>
            </a:r>
            <a:r>
              <a:rPr lang="en-US" altLang="zh-CN" sz="13100" b="1" i="0" dirty="0">
                <a:gradFill flip="none" rotWithShape="1">
                  <a:gsLst>
                    <a:gs pos="0">
                      <a:srgbClr val="D7C1A9"/>
                    </a:gs>
                    <a:gs pos="74418">
                      <a:srgbClr val="D7C1A9">
                        <a:alpha val="0"/>
                      </a:srgbClr>
                    </a:gs>
                  </a:gsLst>
                  <a:lin ang="5400000"/>
                </a:gradFill>
                <a:latin typeface="+mj-ea"/>
                <a:ea typeface="+mj-ea"/>
              </a:rPr>
              <a:t>1</a:t>
            </a:r>
            <a:endParaRPr lang="zh-CN" altLang="en-US" sz="1000" b="1" dirty="0">
              <a:latin typeface="+mj-ea"/>
              <a:ea typeface="+mj-ea"/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EE8C7664-3B9B-4BC2-9CE3-4043AFE9B5DF}"/>
              </a:ext>
            </a:extLst>
          </p:cNvPr>
          <p:cNvSpPr/>
          <p:nvPr/>
        </p:nvSpPr>
        <p:spPr>
          <a:xfrm>
            <a:off x="807085" y="2801162"/>
            <a:ext cx="48019" cy="845952"/>
          </a:xfrm>
          <a:prstGeom prst="roundRect">
            <a:avLst>
              <a:gd name="adj" fmla="val 50000"/>
            </a:avLst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63589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F5A3A0-C347-3FE0-3D44-871D84C29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534F4ED1-5E69-360E-872A-39E56D2F6AF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63076" y="125299"/>
            <a:ext cx="11237414" cy="598488"/>
          </a:xfrm>
        </p:spPr>
        <p:txBody>
          <a:bodyPr/>
          <a:lstStyle/>
          <a:p>
            <a:r>
              <a:rPr lang="en-US" altLang="zh-CN" dirty="0"/>
              <a:t>Background - Classic Paradigms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1708BAF-88E3-197E-6289-721440CA099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37676" y="1190090"/>
            <a:ext cx="11174254" cy="4765791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b="1" spc="0" dirty="0"/>
              <a:t>Diffie-Hellman (DH):</a:t>
            </a:r>
          </a:p>
          <a:p>
            <a:pPr lvl="1">
              <a:lnSpc>
                <a:spcPct val="150000"/>
              </a:lnSpc>
            </a:pPr>
            <a:r>
              <a:rPr lang="en-US" altLang="zh-CN" sz="2000" spc="0" dirty="0"/>
              <a:t>Characteristic: Elegant key agreement with forward secrecy.</a:t>
            </a:r>
          </a:p>
          <a:p>
            <a:pPr lvl="1">
              <a:lnSpc>
                <a:spcPct val="150000"/>
              </a:lnSpc>
            </a:pPr>
            <a:r>
              <a:rPr lang="en-US" altLang="zh-CN" sz="2000" spc="0" dirty="0"/>
              <a:t>Requirement: Requires interactive communication.</a:t>
            </a:r>
          </a:p>
          <a:p>
            <a:pPr>
              <a:lnSpc>
                <a:spcPct val="150000"/>
              </a:lnSpc>
            </a:pPr>
            <a:r>
              <a:rPr lang="en-US" altLang="zh-CN" b="1" spc="0" dirty="0"/>
              <a:t>Public-Key Encryption (PKE):</a:t>
            </a:r>
          </a:p>
          <a:p>
            <a:pPr lvl="1"/>
            <a:r>
              <a:rPr lang="en-US" altLang="zh-CN" sz="2000" b="0" spc="0" dirty="0"/>
              <a:t>Characteristic: Non-interactive message encryption.</a:t>
            </a:r>
          </a:p>
          <a:p>
            <a:pPr lvl="1"/>
            <a:r>
              <a:rPr lang="en-US" altLang="zh-CN" sz="2000" b="0" spc="0" dirty="0"/>
              <a:t>Challenge: Achieving robust CCA-security for arbitrary plaintext is complex in practice.</a:t>
            </a:r>
          </a:p>
          <a:p>
            <a:pPr>
              <a:lnSpc>
                <a:spcPct val="150000"/>
              </a:lnSpc>
            </a:pPr>
            <a:r>
              <a:rPr lang="en-US" altLang="zh-CN" spc="0" dirty="0"/>
              <a:t>Modern Protocol Focus:</a:t>
            </a:r>
            <a:r>
              <a:rPr lang="en-US" altLang="zh-CN" b="0" spc="0" dirty="0"/>
              <a:t> quantum security.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1DF1C80-AA4B-1BCB-EC97-2B42443173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48644C6-89F0-466C-949F-E70AD72679A8}" type="slidenum">
              <a:rPr lang="zh-CN" altLang="en-US" smtClean="0"/>
              <a:pPr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66604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26BB5B-073F-4A3F-869E-BB1C0122D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42B37350-F05A-5971-492C-B2B3CD96B07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Motivation - The KEM Paradigm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0DF8CE4-BBD5-7D0A-A2B8-C1CD8E3F96E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37676" y="1190090"/>
            <a:ext cx="11174254" cy="4765791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spc="0" dirty="0"/>
              <a:t>What is </a:t>
            </a:r>
            <a:r>
              <a:rPr lang="en-US" altLang="zh-CN" b="1" spc="0" dirty="0"/>
              <a:t>KEM</a:t>
            </a:r>
            <a:r>
              <a:rPr lang="en-US" altLang="zh-CN" spc="0" dirty="0"/>
              <a:t>?</a:t>
            </a:r>
            <a:endParaRPr lang="en-US" altLang="zh-CN" b="1" spc="0" dirty="0"/>
          </a:p>
          <a:p>
            <a:pPr lvl="1">
              <a:lnSpc>
                <a:spcPct val="150000"/>
              </a:lnSpc>
            </a:pPr>
            <a:r>
              <a:rPr lang="en-US" altLang="zh-CN" sz="2000" b="1" spc="0" dirty="0"/>
              <a:t>Key Encapsulation Mechanism</a:t>
            </a:r>
          </a:p>
          <a:p>
            <a:pPr lvl="1">
              <a:lnSpc>
                <a:spcPct val="150000"/>
              </a:lnSpc>
            </a:pPr>
            <a:r>
              <a:rPr lang="en-US" altLang="zh-CN" sz="2000" spc="0" dirty="0">
                <a:highlight>
                  <a:srgbClr val="E8E8E8"/>
                </a:highlight>
              </a:rPr>
              <a:t> </a:t>
            </a:r>
            <a:r>
              <a:rPr lang="en-US" altLang="zh-CN" sz="2000" spc="0" dirty="0" err="1">
                <a:highlight>
                  <a:srgbClr val="E8E8E8"/>
                </a:highlight>
              </a:rPr>
              <a:t>Encaps</a:t>
            </a:r>
            <a:r>
              <a:rPr lang="en-US" altLang="zh-CN" sz="2000" spc="0" dirty="0">
                <a:highlight>
                  <a:srgbClr val="E8E8E8"/>
                </a:highlight>
              </a:rPr>
              <a:t>(pk) -&gt; (K, c) </a:t>
            </a:r>
          </a:p>
          <a:p>
            <a:pPr lvl="1">
              <a:lnSpc>
                <a:spcPct val="150000"/>
              </a:lnSpc>
            </a:pPr>
            <a:r>
              <a:rPr lang="en-US" altLang="zh-CN" sz="2000" spc="0" dirty="0"/>
              <a:t>Generates a random shared secret (K) internally, decoupled from plaintext input.</a:t>
            </a:r>
          </a:p>
          <a:p>
            <a:pPr>
              <a:lnSpc>
                <a:spcPct val="150000"/>
              </a:lnSpc>
            </a:pPr>
            <a:r>
              <a:rPr lang="en-US" altLang="zh-CN" b="1" spc="0" dirty="0"/>
              <a:t>Why KEM?</a:t>
            </a:r>
          </a:p>
          <a:p>
            <a:pPr lvl="1">
              <a:lnSpc>
                <a:spcPct val="150000"/>
              </a:lnSpc>
            </a:pPr>
            <a:r>
              <a:rPr lang="en-US" altLang="zh-CN" sz="2000" spc="0" dirty="0"/>
              <a:t>Modularity: Clean boundary for security proofs.</a:t>
            </a:r>
          </a:p>
          <a:p>
            <a:pPr lvl="1">
              <a:lnSpc>
                <a:spcPct val="150000"/>
              </a:lnSpc>
            </a:pPr>
            <a:r>
              <a:rPr lang="en-US" altLang="zh-CN" sz="2000" spc="0" dirty="0"/>
              <a:t>Post-Quantum Ready: Perfect fit for lattice-based cryptography.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218091B-50A0-4E48-7DA4-49920F3BED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48644C6-89F0-466C-949F-E70AD72679A8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28843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55EA86-6A65-6DEF-568C-CDF10522A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8CBE7E3D-F8CE-919C-A120-C72F29086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altLang="zh-CN" dirty="0"/>
              <a:t>Technical Core </a:t>
            </a:r>
            <a:endParaRPr lang="zh-CN" altLang="zh-CN" sz="4000" dirty="0">
              <a:effectLst/>
            </a:endParaRP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3E51A4C-12D6-907C-CA76-994E0BE4D5C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defTabSz="457200">
              <a:lnSpc>
                <a:spcPct val="125000"/>
              </a:lnSpc>
            </a:pPr>
            <a:r>
              <a:rPr lang="en-US" altLang="zh-CN" sz="1800" dirty="0"/>
              <a:t>Key Milestones in KEM Design and Post-Quantum Standardization</a:t>
            </a:r>
            <a:endParaRPr lang="zh-CN" altLang="en-US" sz="18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8598497-1D40-F4E5-D109-865B1A8093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48644C6-89F0-466C-949F-E70AD72679A8}" type="slidenum">
              <a:rPr lang="zh-CN" altLang="en-US" smtClean="0"/>
              <a:pPr/>
              <a:t>6</a:t>
            </a:fld>
            <a:endParaRPr lang="zh-CN" altLang="en-US"/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ECDF1DAB-C26E-00C3-BD43-FF1C50AF6A24}"/>
              </a:ext>
            </a:extLst>
          </p:cNvPr>
          <p:cNvCxnSpPr>
            <a:cxnSpLocks/>
          </p:cNvCxnSpPr>
          <p:nvPr/>
        </p:nvCxnSpPr>
        <p:spPr>
          <a:xfrm>
            <a:off x="1155223" y="1859603"/>
            <a:ext cx="116664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bject 602">
            <a:extLst>
              <a:ext uri="{FF2B5EF4-FFF2-40B4-BE49-F238E27FC236}">
                <a16:creationId xmlns:a16="http://schemas.microsoft.com/office/drawing/2014/main" id="{6D7B6B5C-66AE-D273-B4F0-DEDD6E118356}"/>
              </a:ext>
            </a:extLst>
          </p:cNvPr>
          <p:cNvSpPr txBox="1"/>
          <p:nvPr/>
        </p:nvSpPr>
        <p:spPr>
          <a:xfrm>
            <a:off x="342900" y="862931"/>
            <a:ext cx="3408525" cy="2107268"/>
          </a:xfrm>
          <a:prstGeom prst="rect">
            <a:avLst/>
          </a:prstGeom>
        </p:spPr>
        <p:txBody>
          <a:bodyPr vert="horz" rtlCol="0" anchor="t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zh-CN" sz="13100" b="1" i="0" dirty="0">
                <a:gradFill flip="none" rotWithShape="1">
                  <a:gsLst>
                    <a:gs pos="0">
                      <a:srgbClr val="D7C1A9"/>
                    </a:gs>
                    <a:gs pos="74418">
                      <a:srgbClr val="D7C1A9">
                        <a:alpha val="0"/>
                      </a:srgbClr>
                    </a:gs>
                  </a:gsLst>
                  <a:lin ang="5400000"/>
                </a:gradFill>
                <a:latin typeface="+mj-ea"/>
                <a:ea typeface="+mj-ea"/>
              </a:rPr>
              <a:t>0</a:t>
            </a:r>
            <a:r>
              <a:rPr lang="en-US" altLang="zh-CN" sz="13100" b="1" dirty="0">
                <a:gradFill flip="none" rotWithShape="1">
                  <a:gsLst>
                    <a:gs pos="0">
                      <a:srgbClr val="D7C1A9"/>
                    </a:gs>
                    <a:gs pos="74418">
                      <a:srgbClr val="D7C1A9">
                        <a:alpha val="0"/>
                      </a:srgbClr>
                    </a:gs>
                  </a:gsLst>
                  <a:lin ang="5400000"/>
                </a:gradFill>
                <a:latin typeface="+mj-ea"/>
                <a:ea typeface="+mj-ea"/>
              </a:rPr>
              <a:t>2</a:t>
            </a:r>
            <a:endParaRPr lang="zh-CN" altLang="en-US" sz="1000" b="1" dirty="0">
              <a:latin typeface="+mj-ea"/>
              <a:ea typeface="+mj-ea"/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A7A74133-59D1-995B-8F18-16F149A9C773}"/>
              </a:ext>
            </a:extLst>
          </p:cNvPr>
          <p:cNvSpPr/>
          <p:nvPr/>
        </p:nvSpPr>
        <p:spPr>
          <a:xfrm>
            <a:off x="807085" y="2801162"/>
            <a:ext cx="48019" cy="845952"/>
          </a:xfrm>
          <a:prstGeom prst="roundRect">
            <a:avLst>
              <a:gd name="adj" fmla="val 50000"/>
            </a:avLst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86241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EDCC2CC-B76B-4022-ACC7-D5068410D5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KEM/DEM Composition</a:t>
            </a:r>
          </a:p>
        </p:txBody>
      </p:sp>
      <p:sp>
        <p:nvSpPr>
          <p:cNvPr id="2" name="文本占位符 1">
            <a:extLst>
              <a:ext uri="{FF2B5EF4-FFF2-40B4-BE49-F238E27FC236}">
                <a16:creationId xmlns:a16="http://schemas.microsoft.com/office/drawing/2014/main" id="{C292077F-4306-485B-8E6B-BA88062874B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99367" y="2033019"/>
            <a:ext cx="9879203" cy="3228867"/>
          </a:xfrm>
        </p:spPr>
        <p:txBody>
          <a:bodyPr/>
          <a:lstStyle/>
          <a:p>
            <a:r>
              <a:rPr lang="en-US" altLang="zh-CN" spc="0" dirty="0"/>
              <a:t>Shoup's Paradigm (2001)</a:t>
            </a:r>
            <a:endParaRPr lang="en-US" altLang="zh-CN" b="0" spc="0" dirty="0"/>
          </a:p>
          <a:p>
            <a:pPr lvl="1"/>
            <a:r>
              <a:rPr lang="en-US" altLang="zh-CN" sz="2000" b="1" spc="0" dirty="0"/>
              <a:t>KEM</a:t>
            </a:r>
            <a:r>
              <a:rPr lang="en-US" altLang="zh-CN" sz="2000" spc="0" dirty="0"/>
              <a:t> (Asymmetric): Establishes the shared secret.</a:t>
            </a:r>
          </a:p>
          <a:p>
            <a:pPr lvl="1"/>
            <a:r>
              <a:rPr lang="en-US" altLang="zh-CN" sz="2000" b="1" spc="0" dirty="0"/>
              <a:t>DEM</a:t>
            </a:r>
            <a:r>
              <a:rPr lang="en-US" altLang="zh-CN" sz="2000" spc="0" dirty="0"/>
              <a:t> (Symmetric): Encrypts bulk data using the secret.</a:t>
            </a:r>
          </a:p>
          <a:p>
            <a:r>
              <a:rPr lang="en-US" altLang="zh-CN" spc="0" dirty="0"/>
              <a:t>Security Theorem:</a:t>
            </a:r>
            <a:endParaRPr lang="en-US" altLang="zh-CN" b="0" spc="0" dirty="0"/>
          </a:p>
          <a:p>
            <a:pPr lvl="1"/>
            <a:r>
              <a:rPr lang="en-US" altLang="zh-CN" sz="2000" spc="0" dirty="0">
                <a:highlight>
                  <a:srgbClr val="E8E8E8"/>
                </a:highlight>
              </a:rPr>
              <a:t> IND-CCA KEM + IND-CCA DEM = IND-CCA Hybrid PKE</a:t>
            </a:r>
          </a:p>
          <a:p>
            <a:r>
              <a:rPr lang="en-US" altLang="zh-CN" spc="0" dirty="0"/>
              <a:t>Impact:</a:t>
            </a:r>
            <a:r>
              <a:rPr lang="en-US" altLang="zh-CN" b="0" spc="0" dirty="0"/>
              <a:t> Defines the architecture of modern secure channels.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3197FA0-C9DB-41BE-BF3A-29FB5BDD56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48644C6-89F0-466C-949F-E70AD72679A8}" type="slidenum">
              <a:rPr lang="zh-CN" altLang="en-US" smtClean="0"/>
              <a:pPr/>
              <a:t>7</a:t>
            </a:fld>
            <a:endParaRPr lang="zh-CN" altLang="en-US"/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EE86BEB9-5187-44B8-A7E0-0BDFF0385DD2}"/>
              </a:ext>
            </a:extLst>
          </p:cNvPr>
          <p:cNvSpPr/>
          <p:nvPr/>
        </p:nvSpPr>
        <p:spPr>
          <a:xfrm>
            <a:off x="892372" y="1699481"/>
            <a:ext cx="10406431" cy="3884614"/>
          </a:xfrm>
          <a:prstGeom prst="roundRect">
            <a:avLst>
              <a:gd name="adj" fmla="val 5292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: 圆顶角 14">
            <a:extLst>
              <a:ext uri="{FF2B5EF4-FFF2-40B4-BE49-F238E27FC236}">
                <a16:creationId xmlns:a16="http://schemas.microsoft.com/office/drawing/2014/main" id="{1D5810A9-7B29-4D56-BE9A-FEB6CD50EF31}"/>
              </a:ext>
            </a:extLst>
          </p:cNvPr>
          <p:cNvSpPr/>
          <p:nvPr/>
        </p:nvSpPr>
        <p:spPr>
          <a:xfrm rot="10800000">
            <a:off x="1022681" y="1706456"/>
            <a:ext cx="1032938" cy="235258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0CFBD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半闭框 13">
            <a:extLst>
              <a:ext uri="{FF2B5EF4-FFF2-40B4-BE49-F238E27FC236}">
                <a16:creationId xmlns:a16="http://schemas.microsoft.com/office/drawing/2014/main" id="{3E40C135-4BEE-48AD-8FC0-63860866E93E}"/>
              </a:ext>
            </a:extLst>
          </p:cNvPr>
          <p:cNvSpPr/>
          <p:nvPr/>
        </p:nvSpPr>
        <p:spPr>
          <a:xfrm rot="10800000">
            <a:off x="10955163" y="5261886"/>
            <a:ext cx="351893" cy="329979"/>
          </a:xfrm>
          <a:prstGeom prst="halfFrame">
            <a:avLst/>
          </a:prstGeom>
          <a:solidFill>
            <a:srgbClr val="A620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98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EDCC2CC-B76B-4022-ACC7-D5068410D5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Cramer-Shoup KEM (CS3)</a:t>
            </a:r>
            <a:endParaRPr lang="zh-CN" altLang="en-US" b="0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938485E-97BE-4F38-8E2C-0BD3EFEBC5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48644C6-89F0-466C-949F-E70AD72679A8}" type="slidenum">
              <a:rPr lang="zh-CN" altLang="en-US" smtClean="0"/>
              <a:pPr/>
              <a:t>8</a:t>
            </a:fld>
            <a:endParaRPr lang="zh-CN" altLang="en-US"/>
          </a:p>
        </p:txBody>
      </p: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74B18DC5-8A36-46E5-BC83-B1994A2A5B07}"/>
              </a:ext>
            </a:extLst>
          </p:cNvPr>
          <p:cNvGrpSpPr/>
          <p:nvPr/>
        </p:nvGrpSpPr>
        <p:grpSpPr>
          <a:xfrm>
            <a:off x="877580" y="1699480"/>
            <a:ext cx="4876834" cy="3892385"/>
            <a:chOff x="877580" y="1699481"/>
            <a:chExt cx="5125254" cy="3892384"/>
          </a:xfrm>
        </p:grpSpPr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8AEFC82D-5B97-4BE2-B652-CDF1BB707A10}"/>
                </a:ext>
              </a:extLst>
            </p:cNvPr>
            <p:cNvGrpSpPr/>
            <p:nvPr/>
          </p:nvGrpSpPr>
          <p:grpSpPr>
            <a:xfrm>
              <a:off x="877580" y="1699481"/>
              <a:ext cx="5125254" cy="3892384"/>
              <a:chOff x="892372" y="1699481"/>
              <a:chExt cx="4690281" cy="3892384"/>
            </a:xfrm>
          </p:grpSpPr>
          <p:sp>
            <p:nvSpPr>
              <p:cNvPr id="3" name="矩形: 圆角 2">
                <a:extLst>
                  <a:ext uri="{FF2B5EF4-FFF2-40B4-BE49-F238E27FC236}">
                    <a16:creationId xmlns:a16="http://schemas.microsoft.com/office/drawing/2014/main" id="{EE86BEB9-5187-44B8-A7E0-0BDFF0385DD2}"/>
                  </a:ext>
                </a:extLst>
              </p:cNvPr>
              <p:cNvSpPr/>
              <p:nvPr/>
            </p:nvSpPr>
            <p:spPr>
              <a:xfrm>
                <a:off x="892372" y="1699481"/>
                <a:ext cx="4690281" cy="3884614"/>
              </a:xfrm>
              <a:prstGeom prst="roundRect">
                <a:avLst>
                  <a:gd name="adj" fmla="val 5292"/>
                </a:avLst>
              </a:prstGeom>
              <a:noFill/>
              <a:ln>
                <a:solidFill>
                  <a:schemeClr val="tx1">
                    <a:lumMod val="50000"/>
                    <a:lumOff val="50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" name="半闭框 9">
                <a:extLst>
                  <a:ext uri="{FF2B5EF4-FFF2-40B4-BE49-F238E27FC236}">
                    <a16:creationId xmlns:a16="http://schemas.microsoft.com/office/drawing/2014/main" id="{62F98104-B54B-45C0-8FC9-BFC082B05CED}"/>
                  </a:ext>
                </a:extLst>
              </p:cNvPr>
              <p:cNvSpPr/>
              <p:nvPr/>
            </p:nvSpPr>
            <p:spPr>
              <a:xfrm rot="10800000">
                <a:off x="5260625" y="5261886"/>
                <a:ext cx="322028" cy="329979"/>
              </a:xfrm>
              <a:prstGeom prst="halfFrame">
                <a:avLst/>
              </a:prstGeom>
              <a:solidFill>
                <a:srgbClr val="A6203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" name="矩形: 圆顶角 3">
              <a:extLst>
                <a:ext uri="{FF2B5EF4-FFF2-40B4-BE49-F238E27FC236}">
                  <a16:creationId xmlns:a16="http://schemas.microsoft.com/office/drawing/2014/main" id="{85473420-7529-439C-9F0E-30161D4AC46E}"/>
                </a:ext>
              </a:extLst>
            </p:cNvPr>
            <p:cNvSpPr/>
            <p:nvPr/>
          </p:nvSpPr>
          <p:spPr>
            <a:xfrm rot="10800000">
              <a:off x="1022681" y="1706456"/>
              <a:ext cx="1032938" cy="235258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E0CFBD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5" name="文本占位符 1">
            <a:extLst>
              <a:ext uri="{FF2B5EF4-FFF2-40B4-BE49-F238E27FC236}">
                <a16:creationId xmlns:a16="http://schemas.microsoft.com/office/drawing/2014/main" id="{B590827A-B668-4368-B8A4-915B0FB78D8D}"/>
              </a:ext>
            </a:extLst>
          </p:cNvPr>
          <p:cNvSpPr txBox="1">
            <a:spLocks/>
          </p:cNvSpPr>
          <p:nvPr/>
        </p:nvSpPr>
        <p:spPr>
          <a:xfrm>
            <a:off x="6063661" y="2396360"/>
            <a:ext cx="5250759" cy="2865526"/>
          </a:xfrm>
          <a:prstGeom prst="rect">
            <a:avLst/>
          </a:prstGeom>
        </p:spPr>
        <p:txBody>
          <a:bodyPr/>
          <a:lstStyle>
            <a:lvl1pPr marL="363538" indent="-363538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Clr>
                <a:srgbClr val="A62038"/>
              </a:buClr>
              <a:buFont typeface="Arial" panose="020B0604020202020204" pitchFamily="34" charset="0"/>
              <a:buChar char="•"/>
              <a:defRPr sz="2400" b="0" kern="1200" spc="30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rgbClr val="A62038"/>
              </a:buClr>
              <a:buFont typeface="Arial" panose="020B0604020202020204" pitchFamily="34" charset="0"/>
              <a:buChar char="•"/>
              <a:defRPr sz="2400" kern="1200" spc="30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rgbClr val="A62038"/>
              </a:buClr>
              <a:buFont typeface="Arial" panose="020B0604020202020204" pitchFamily="34" charset="0"/>
              <a:buChar char="•"/>
              <a:defRPr sz="2000" kern="1200" spc="30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rgbClr val="A62038"/>
              </a:buClr>
              <a:buFont typeface="Arial" panose="020B0604020202020204" pitchFamily="34" charset="0"/>
              <a:buChar char="•"/>
              <a:defRPr sz="1800" kern="1200" spc="30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rgbClr val="A62038"/>
              </a:buClr>
              <a:buFont typeface="Arial" panose="020B0604020202020204" pitchFamily="34" charset="0"/>
              <a:buChar char="•"/>
              <a:defRPr sz="1800" kern="1200" spc="30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spc="0" dirty="0">
                <a:solidFill>
                  <a:srgbClr val="5C5C5C"/>
                </a:solidFill>
              </a:rPr>
              <a:t>Algebraic structure combined with target collision resistant (TCR) hash.</a:t>
            </a:r>
          </a:p>
          <a:p>
            <a:r>
              <a:rPr lang="en-US" altLang="zh-CN" sz="2000" spc="0" dirty="0">
                <a:solidFill>
                  <a:srgbClr val="5C5C5C"/>
                </a:solidFill>
              </a:rPr>
              <a:t>Explicitly verifies ciphertexts during decapsulation.</a:t>
            </a:r>
          </a:p>
          <a:p>
            <a:r>
              <a:rPr lang="en-US" altLang="zh-CN" sz="2000" spc="0" dirty="0">
                <a:solidFill>
                  <a:srgbClr val="5C5C5C"/>
                </a:solidFill>
              </a:rPr>
              <a:t>Immediately rejects invalid/non-DH ciphertexts before deriving the key.</a:t>
            </a:r>
          </a:p>
        </p:txBody>
      </p:sp>
      <p:sp>
        <p:nvSpPr>
          <p:cNvPr id="36" name="Object 408">
            <a:extLst>
              <a:ext uri="{FF2B5EF4-FFF2-40B4-BE49-F238E27FC236}">
                <a16:creationId xmlns:a16="http://schemas.microsoft.com/office/drawing/2014/main" id="{BBD7EC96-24E0-4E30-A556-1A03622393D3}"/>
              </a:ext>
            </a:extLst>
          </p:cNvPr>
          <p:cNvSpPr txBox="1"/>
          <p:nvPr/>
        </p:nvSpPr>
        <p:spPr>
          <a:xfrm>
            <a:off x="7693735" y="1941714"/>
            <a:ext cx="2033590" cy="331076"/>
          </a:xfrm>
          <a:prstGeom prst="rect">
            <a:avLst/>
          </a:prstGeom>
        </p:spPr>
        <p:txBody>
          <a:bodyPr vert="horz" rtlCol="0" anchor="ctr" anchorCtr="0">
            <a:noAutofit/>
          </a:bodyPr>
          <a:lstStyle/>
          <a:p>
            <a:pPr>
              <a:lnSpc>
                <a:spcPct val="95833"/>
              </a:lnSpc>
            </a:pPr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Mechanism</a:t>
            </a:r>
            <a:endParaRPr lang="zh-CN" altLang="en-US" sz="1100" b="1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A92A7E31-519C-457C-915F-445E4CF537FF}"/>
              </a:ext>
            </a:extLst>
          </p:cNvPr>
          <p:cNvGrpSpPr/>
          <p:nvPr/>
        </p:nvGrpSpPr>
        <p:grpSpPr>
          <a:xfrm>
            <a:off x="5929653" y="1699480"/>
            <a:ext cx="5579176" cy="3892386"/>
            <a:chOff x="892372" y="1699481"/>
            <a:chExt cx="4690281" cy="3892384"/>
          </a:xfrm>
        </p:grpSpPr>
        <p:sp>
          <p:nvSpPr>
            <p:cNvPr id="38" name="矩形: 圆角 37">
              <a:extLst>
                <a:ext uri="{FF2B5EF4-FFF2-40B4-BE49-F238E27FC236}">
                  <a16:creationId xmlns:a16="http://schemas.microsoft.com/office/drawing/2014/main" id="{900E00E4-0CEE-434F-80C0-FF2EC2D2D151}"/>
                </a:ext>
              </a:extLst>
            </p:cNvPr>
            <p:cNvSpPr/>
            <p:nvPr/>
          </p:nvSpPr>
          <p:spPr>
            <a:xfrm>
              <a:off x="892372" y="1699481"/>
              <a:ext cx="4690281" cy="3884614"/>
            </a:xfrm>
            <a:prstGeom prst="roundRect">
              <a:avLst>
                <a:gd name="adj" fmla="val 5292"/>
              </a:avLst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半闭框 38">
              <a:extLst>
                <a:ext uri="{FF2B5EF4-FFF2-40B4-BE49-F238E27FC236}">
                  <a16:creationId xmlns:a16="http://schemas.microsoft.com/office/drawing/2014/main" id="{FF1C855F-1847-4B4D-B174-DDC3AF192230}"/>
                </a:ext>
              </a:extLst>
            </p:cNvPr>
            <p:cNvSpPr/>
            <p:nvPr/>
          </p:nvSpPr>
          <p:spPr>
            <a:xfrm rot="10800000">
              <a:off x="5260625" y="5261886"/>
              <a:ext cx="322028" cy="329979"/>
            </a:xfrm>
            <a:prstGeom prst="halfFrame">
              <a:avLst/>
            </a:prstGeom>
            <a:solidFill>
              <a:srgbClr val="A620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0" name="矩形: 圆顶角 39">
            <a:extLst>
              <a:ext uri="{FF2B5EF4-FFF2-40B4-BE49-F238E27FC236}">
                <a16:creationId xmlns:a16="http://schemas.microsoft.com/office/drawing/2014/main" id="{C293CCA4-37D2-41DD-8B3B-98A48CA1CFC0}"/>
              </a:ext>
            </a:extLst>
          </p:cNvPr>
          <p:cNvSpPr/>
          <p:nvPr/>
        </p:nvSpPr>
        <p:spPr>
          <a:xfrm rot="10800000">
            <a:off x="6293035" y="1706456"/>
            <a:ext cx="1032938" cy="235258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0CFBD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文本占位符 1">
            <a:extLst>
              <a:ext uri="{FF2B5EF4-FFF2-40B4-BE49-F238E27FC236}">
                <a16:creationId xmlns:a16="http://schemas.microsoft.com/office/drawing/2014/main" id="{480842BB-1EA6-4AE0-BC76-A7DD67E4DDDD}"/>
              </a:ext>
            </a:extLst>
          </p:cNvPr>
          <p:cNvSpPr txBox="1">
            <a:spLocks/>
          </p:cNvSpPr>
          <p:nvPr/>
        </p:nvSpPr>
        <p:spPr>
          <a:xfrm>
            <a:off x="918813" y="2272790"/>
            <a:ext cx="4693712" cy="2989096"/>
          </a:xfrm>
          <a:prstGeom prst="rect">
            <a:avLst/>
          </a:prstGeom>
        </p:spPr>
        <p:txBody>
          <a:bodyPr/>
          <a:lstStyle>
            <a:lvl1pPr marL="363538" indent="-363538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Clr>
                <a:srgbClr val="A62038"/>
              </a:buClr>
              <a:buFont typeface="Arial" panose="020B0604020202020204" pitchFamily="34" charset="0"/>
              <a:buChar char="•"/>
              <a:defRPr sz="2400" b="0" kern="1200" spc="30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rgbClr val="A62038"/>
              </a:buClr>
              <a:buFont typeface="Arial" panose="020B0604020202020204" pitchFamily="34" charset="0"/>
              <a:buChar char="•"/>
              <a:defRPr sz="2400" kern="1200" spc="30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rgbClr val="A62038"/>
              </a:buClr>
              <a:buFont typeface="Arial" panose="020B0604020202020204" pitchFamily="34" charset="0"/>
              <a:buChar char="•"/>
              <a:defRPr sz="2000" kern="1200" spc="30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rgbClr val="A62038"/>
              </a:buClr>
              <a:buFont typeface="Arial" panose="020B0604020202020204" pitchFamily="34" charset="0"/>
              <a:buChar char="•"/>
              <a:defRPr sz="1800" kern="1200" spc="30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rgbClr val="A62038"/>
              </a:buClr>
              <a:buFont typeface="Arial" panose="020B0604020202020204" pitchFamily="34" charset="0"/>
              <a:buChar char="•"/>
              <a:defRPr sz="1800" kern="1200" spc="30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1" spc="0" dirty="0">
                <a:solidFill>
                  <a:srgbClr val="5C5C5C"/>
                </a:solidFill>
              </a:rPr>
              <a:t>Significance:</a:t>
            </a:r>
            <a:r>
              <a:rPr lang="en-US" altLang="zh-CN" sz="2000" spc="0" dirty="0">
                <a:solidFill>
                  <a:srgbClr val="5C5C5C"/>
                </a:solidFill>
              </a:rPr>
              <a:t> First practical KEM achieving IND-CCA security in the standard model (without random oracles).</a:t>
            </a:r>
          </a:p>
          <a:p>
            <a:r>
              <a:rPr lang="en-US" altLang="zh-CN" sz="2000" b="1" spc="0" dirty="0">
                <a:solidFill>
                  <a:srgbClr val="5C5C5C"/>
                </a:solidFill>
              </a:rPr>
              <a:t>Underlying Math:</a:t>
            </a:r>
            <a:r>
              <a:rPr lang="en-US" altLang="zh-CN" sz="2000" spc="0" dirty="0">
                <a:solidFill>
                  <a:srgbClr val="5C5C5C"/>
                </a:solidFill>
              </a:rPr>
              <a:t> Decisional Diffie-Hellman (DDH) assumption.</a:t>
            </a:r>
            <a:br>
              <a:rPr lang="en-US" altLang="zh-CN" sz="2000" spc="0" dirty="0">
                <a:solidFill>
                  <a:srgbClr val="5C5C5C"/>
                </a:solidFill>
              </a:rPr>
            </a:br>
            <a:endParaRPr lang="en-US" altLang="zh-CN" sz="2000" spc="0" dirty="0">
              <a:solidFill>
                <a:srgbClr val="5C5C5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27712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A13FC76F-5087-43E3-B457-2AD2E7F228F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Fujisaki-Okamoto (FO) Transformation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7368070-998D-4F70-B17A-4782795731F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37676" y="1190090"/>
            <a:ext cx="11174254" cy="4765791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spc="0" dirty="0"/>
              <a:t>The Problem:</a:t>
            </a:r>
            <a:r>
              <a:rPr lang="en-US" altLang="zh-CN" b="0" spc="0" dirty="0"/>
              <a:t> Many PQC math problems naturally yield only IND-CPA (weak) security.</a:t>
            </a:r>
          </a:p>
          <a:p>
            <a:pPr>
              <a:lnSpc>
                <a:spcPct val="150000"/>
              </a:lnSpc>
            </a:pPr>
            <a:r>
              <a:rPr lang="en-US" altLang="zh-CN" spc="0" dirty="0"/>
              <a:t>The Modular FO Solution (Hofheinz et al.):</a:t>
            </a:r>
            <a:endParaRPr lang="en-US" altLang="zh-CN" b="0" spc="0" dirty="0"/>
          </a:p>
          <a:p>
            <a:pPr lvl="1">
              <a:lnSpc>
                <a:spcPct val="150000"/>
              </a:lnSpc>
            </a:pPr>
            <a:r>
              <a:rPr lang="en-US" altLang="zh-CN" sz="2000" spc="0" dirty="0">
                <a:highlight>
                  <a:srgbClr val="E8E8E8"/>
                </a:highlight>
              </a:rPr>
              <a:t>Weak PKE (OW-CPA) + FO Transform = Strong KEM (IND-CCA)</a:t>
            </a:r>
          </a:p>
          <a:p>
            <a:pPr>
              <a:lnSpc>
                <a:spcPct val="150000"/>
              </a:lnSpc>
            </a:pPr>
            <a:r>
              <a:rPr lang="en-US" altLang="zh-CN" spc="0" dirty="0"/>
              <a:t>Core Mechanics:</a:t>
            </a:r>
            <a:endParaRPr lang="en-US" altLang="zh-CN" b="0" spc="0" dirty="0"/>
          </a:p>
          <a:p>
            <a:pPr lvl="1">
              <a:lnSpc>
                <a:spcPct val="150000"/>
              </a:lnSpc>
            </a:pPr>
            <a:r>
              <a:rPr lang="en-US" altLang="zh-CN" sz="2000" b="1" spc="0" dirty="0" err="1"/>
              <a:t>Derandomization</a:t>
            </a:r>
            <a:r>
              <a:rPr lang="en-US" altLang="zh-CN" sz="2000" b="1" spc="0" dirty="0"/>
              <a:t>:</a:t>
            </a:r>
            <a:r>
              <a:rPr lang="en-US" altLang="zh-CN" sz="2000" spc="0" dirty="0"/>
              <a:t> Fixes encryption randomness via hashes.</a:t>
            </a:r>
          </a:p>
          <a:p>
            <a:pPr lvl="1">
              <a:lnSpc>
                <a:spcPct val="150000"/>
              </a:lnSpc>
            </a:pPr>
            <a:r>
              <a:rPr lang="en-US" altLang="zh-CN" sz="2000" b="1" spc="0" dirty="0"/>
              <a:t>Re-encryption Validation:</a:t>
            </a:r>
            <a:r>
              <a:rPr lang="en-US" altLang="zh-CN" sz="2000" spc="0" dirty="0"/>
              <a:t> </a:t>
            </a:r>
            <a:r>
              <a:rPr lang="en-US" altLang="zh-CN" sz="2000" spc="0" dirty="0" err="1"/>
              <a:t>Decapsulator</a:t>
            </a:r>
            <a:r>
              <a:rPr lang="en-US" altLang="zh-CN" sz="2000" spc="0" dirty="0"/>
              <a:t> re-encrypts and compares ciphertexts.</a:t>
            </a:r>
          </a:p>
          <a:p>
            <a:pPr lvl="1">
              <a:lnSpc>
                <a:spcPct val="150000"/>
              </a:lnSpc>
            </a:pPr>
            <a:r>
              <a:rPr lang="en-US" altLang="zh-CN" sz="2000" b="1" spc="0" dirty="0"/>
              <a:t>Implicit Rejection:</a:t>
            </a:r>
            <a:r>
              <a:rPr lang="en-US" altLang="zh-CN" sz="2000" spc="0" dirty="0"/>
              <a:t> Outputs a pseudorandom fallback key on mismatch.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427E03D-2AC0-4C20-94AA-D53CFEB3D3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48644C6-89F0-466C-949F-E70AD72679A8}" type="slidenum">
              <a:rPr lang="zh-CN" altLang="en-US" smtClean="0"/>
              <a:pPr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00740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9AACBB-BB2D-05E0-1EF1-85E1CD122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58238FA9-5920-7581-2632-8962A726F10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ML-KEM and Standardization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占位符 2">
                <a:extLst>
                  <a:ext uri="{FF2B5EF4-FFF2-40B4-BE49-F238E27FC236}">
                    <a16:creationId xmlns:a16="http://schemas.microsoft.com/office/drawing/2014/main" id="{3E551820-F602-6BEF-C86F-A62DCF3850E2}"/>
                  </a:ext>
                </a:extLst>
              </p:cNvPr>
              <p:cNvSpPr>
                <a:spLocks noGrp="1"/>
              </p:cNvSpPr>
              <p:nvPr>
                <p:ph type="body" sz="quarter" idx="14"/>
              </p:nvPr>
            </p:nvSpPr>
            <p:spPr>
              <a:xfrm>
                <a:off x="537676" y="1190090"/>
                <a:ext cx="11174254" cy="4765791"/>
              </a:xfrm>
            </p:spPr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en-US" altLang="zh-CN" spc="0" dirty="0"/>
                  <a:t>Underlying Problem:</a:t>
                </a:r>
                <a:r>
                  <a:rPr lang="en-US" altLang="zh-CN" b="0" spc="0" dirty="0"/>
                  <a:t> Module-Learning With Errors (Module-LWE).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altLang="zh-CN" sz="2000" spc="0" dirty="0"/>
                  <a:t>Balances security and efficiency via module rank (</a:t>
                </a:r>
                <a14:m>
                  <m:oMath xmlns:m="http://schemas.openxmlformats.org/officeDocument/2006/math">
                    <m:r>
                      <a:rPr lang="zh-CN" altLang="en-US" sz="2000" i="1" spc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2000" spc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spc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sz="2000" spc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000" spc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altLang="zh-CN" sz="2000" spc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000" spc="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en-US" altLang="zh-CN" sz="2000" spc="0" dirty="0"/>
                  <a:t>).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zh-CN" spc="0" dirty="0"/>
                  <a:t>Base Primitive:</a:t>
                </a:r>
                <a:r>
                  <a:rPr lang="en-US" altLang="zh-CN" b="0" spc="0" dirty="0"/>
                  <a:t> Primal Regev PKE (CPA-secure).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zh-CN" spc="0" dirty="0"/>
                  <a:t>CCA KEM Construction:</a:t>
                </a:r>
                <a:r>
                  <a:rPr lang="en-US" altLang="zh-CN" b="0" spc="0" dirty="0"/>
                  <a:t> Applies the implicit-rejection FO transformation.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zh-CN" spc="0" dirty="0"/>
                  <a:t>Robustness:</a:t>
                </a:r>
                <a:r>
                  <a:rPr lang="en-US" altLang="zh-CN" b="0" spc="0" dirty="0"/>
                  <a:t> Carefully engineered parameters to gracefully handle inherent decryption errors (</a:t>
                </a:r>
                <a14:m>
                  <m:oMath xmlns:m="http://schemas.openxmlformats.org/officeDocument/2006/math">
                    <m:r>
                      <a:rPr lang="en-US" altLang="zh-CN" spc="0">
                        <a:latin typeface="Cambria Math" panose="02040503050406030204" pitchFamily="18" charset="0"/>
                      </a:rPr>
                      <m:t>≈</m:t>
                    </m:r>
                    <m:sSup>
                      <m:sSupPr>
                        <m:ctrlPr>
                          <a:rPr lang="ar-AE" altLang="zh-CN" i="1" spc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altLang="zh-CN" spc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ar-AE" altLang="zh-CN" spc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altLang="zh-CN" spc="0">
                            <a:latin typeface="Cambria Math" panose="02040503050406030204" pitchFamily="18" charset="0"/>
                          </a:rPr>
                          <m:t>140</m:t>
                        </m:r>
                      </m:sup>
                    </m:sSup>
                  </m:oMath>
                </a14:m>
                <a:r>
                  <a:rPr lang="en-US" altLang="zh-CN" b="0" spc="0" dirty="0"/>
                  <a:t>)</a:t>
                </a:r>
                <a:endParaRPr lang="ar-AE" altLang="zh-CN" b="0" spc="0" dirty="0"/>
              </a:p>
            </p:txBody>
          </p:sp>
        </mc:Choice>
        <mc:Fallback xmlns="">
          <p:sp>
            <p:nvSpPr>
              <p:cNvPr id="3" name="文本占位符 2">
                <a:extLst>
                  <a:ext uri="{FF2B5EF4-FFF2-40B4-BE49-F238E27FC236}">
                    <a16:creationId xmlns:a16="http://schemas.microsoft.com/office/drawing/2014/main" id="{3E551820-F602-6BEF-C86F-A62DCF3850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4"/>
              </p:nvPr>
            </p:nvSpPr>
            <p:spPr>
              <a:xfrm>
                <a:off x="537676" y="1190090"/>
                <a:ext cx="11174254" cy="4765791"/>
              </a:xfrm>
              <a:blipFill>
                <a:blip r:embed="rId3"/>
                <a:stretch>
                  <a:fillRect l="-709" r="-20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6B3B8F2-6CD2-493D-58F7-4791F478A0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48644C6-89F0-466C-949F-E70AD72679A8}" type="slidenum">
              <a:rPr lang="zh-CN" altLang="en-US" smtClean="0"/>
              <a:pPr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56730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05A50A-33D0-3118-58F5-FF402BABC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BD9DF337-3845-F6FA-B037-6E96D59AD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altLang="zh-CN" dirty="0"/>
              <a:t>Implementation</a:t>
            </a:r>
            <a:endParaRPr lang="zh-CN" altLang="zh-CN" sz="4000" dirty="0">
              <a:effectLst/>
            </a:endParaRP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463E583-6C3D-53AB-5371-2866D945524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defTabSz="457200">
              <a:lnSpc>
                <a:spcPct val="125000"/>
              </a:lnSpc>
            </a:pPr>
            <a:r>
              <a:rPr lang="en-US" altLang="zh-CN" sz="1800" dirty="0"/>
              <a:t>A Rust Implementation of ML-KEM</a:t>
            </a:r>
            <a:endParaRPr lang="zh-CN" altLang="en-US" sz="18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764DC19-D654-3F34-C968-1CA8C91B9D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48644C6-89F0-466C-949F-E70AD72679A8}" type="slidenum">
              <a:rPr lang="zh-CN" altLang="en-US" smtClean="0"/>
              <a:pPr/>
              <a:t>11</a:t>
            </a:fld>
            <a:endParaRPr lang="zh-CN" altLang="en-US"/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FF74B004-2DA4-B773-A1F9-2AF3D7022586}"/>
              </a:ext>
            </a:extLst>
          </p:cNvPr>
          <p:cNvCxnSpPr>
            <a:cxnSpLocks/>
          </p:cNvCxnSpPr>
          <p:nvPr/>
        </p:nvCxnSpPr>
        <p:spPr>
          <a:xfrm>
            <a:off x="1155223" y="1859603"/>
            <a:ext cx="116664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bject 602">
            <a:extLst>
              <a:ext uri="{FF2B5EF4-FFF2-40B4-BE49-F238E27FC236}">
                <a16:creationId xmlns:a16="http://schemas.microsoft.com/office/drawing/2014/main" id="{4CE1EE1D-ACF1-B743-8999-79675659BF79}"/>
              </a:ext>
            </a:extLst>
          </p:cNvPr>
          <p:cNvSpPr txBox="1"/>
          <p:nvPr/>
        </p:nvSpPr>
        <p:spPr>
          <a:xfrm>
            <a:off x="342900" y="862931"/>
            <a:ext cx="3408525" cy="2107268"/>
          </a:xfrm>
          <a:prstGeom prst="rect">
            <a:avLst/>
          </a:prstGeom>
        </p:spPr>
        <p:txBody>
          <a:bodyPr vert="horz" rtlCol="0" anchor="t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zh-CN" sz="13100" b="1" i="0" dirty="0">
                <a:gradFill flip="none" rotWithShape="1">
                  <a:gsLst>
                    <a:gs pos="0">
                      <a:srgbClr val="D7C1A9"/>
                    </a:gs>
                    <a:gs pos="74418">
                      <a:srgbClr val="D7C1A9">
                        <a:alpha val="0"/>
                      </a:srgbClr>
                    </a:gs>
                  </a:gsLst>
                  <a:lin ang="5400000"/>
                </a:gradFill>
                <a:latin typeface="+mj-ea"/>
                <a:ea typeface="+mj-ea"/>
              </a:rPr>
              <a:t>0</a:t>
            </a:r>
            <a:r>
              <a:rPr lang="en-US" altLang="zh-CN" sz="13100" b="1" dirty="0">
                <a:gradFill flip="none" rotWithShape="1">
                  <a:gsLst>
                    <a:gs pos="0">
                      <a:srgbClr val="D7C1A9"/>
                    </a:gs>
                    <a:gs pos="74418">
                      <a:srgbClr val="D7C1A9">
                        <a:alpha val="0"/>
                      </a:srgbClr>
                    </a:gs>
                  </a:gsLst>
                  <a:lin ang="5400000"/>
                </a:gradFill>
                <a:latin typeface="+mj-ea"/>
                <a:ea typeface="+mj-ea"/>
              </a:rPr>
              <a:t>3</a:t>
            </a:r>
            <a:endParaRPr lang="zh-CN" altLang="en-US" sz="1000" b="1" dirty="0">
              <a:latin typeface="+mj-ea"/>
              <a:ea typeface="+mj-ea"/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B82BD3DB-31B2-B0DE-F606-E79447A2C380}"/>
              </a:ext>
            </a:extLst>
          </p:cNvPr>
          <p:cNvSpPr/>
          <p:nvPr/>
        </p:nvSpPr>
        <p:spPr>
          <a:xfrm>
            <a:off x="807085" y="2801162"/>
            <a:ext cx="48019" cy="845952"/>
          </a:xfrm>
          <a:prstGeom prst="roundRect">
            <a:avLst>
              <a:gd name="adj" fmla="val 50000"/>
            </a:avLst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70660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占位符 12">
            <a:extLst>
              <a:ext uri="{FF2B5EF4-FFF2-40B4-BE49-F238E27FC236}">
                <a16:creationId xmlns:a16="http://schemas.microsoft.com/office/drawing/2014/main" id="{2F940DC5-183D-4CA5-BBD2-3CC828E9C40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Engineering ML-KEM </a:t>
            </a:r>
            <a:r>
              <a:rPr lang="en-US" altLang="zh-CN" dirty="0" err="1"/>
              <a:t>jkem</a:t>
            </a:r>
            <a:endParaRPr lang="en-US" altLang="zh-CN" b="0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20651BF-B58D-4376-8AB5-073F8EEFFE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48644C6-89F0-466C-949F-E70AD72679A8}" type="slidenum">
              <a:rPr lang="zh-CN" altLang="en-US" smtClean="0"/>
              <a:pPr/>
              <a:t>12</a:t>
            </a:fld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42822E4-D840-4A14-AFCA-FF8808C9D59F}"/>
              </a:ext>
            </a:extLst>
          </p:cNvPr>
          <p:cNvSpPr/>
          <p:nvPr/>
        </p:nvSpPr>
        <p:spPr>
          <a:xfrm>
            <a:off x="861609" y="2649367"/>
            <a:ext cx="203783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Params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7061D262-E402-4598-8814-4745978348BE}"/>
              </a:ext>
            </a:extLst>
          </p:cNvPr>
          <p:cNvCxnSpPr>
            <a:cxnSpLocks/>
          </p:cNvCxnSpPr>
          <p:nvPr/>
        </p:nvCxnSpPr>
        <p:spPr>
          <a:xfrm>
            <a:off x="879578" y="2675443"/>
            <a:ext cx="0" cy="374034"/>
          </a:xfrm>
          <a:prstGeom prst="line">
            <a:avLst/>
          </a:prstGeom>
          <a:ln w="12700" cap="rnd">
            <a:solidFill>
              <a:srgbClr val="A62038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2" name="组合 221">
            <a:extLst>
              <a:ext uri="{FF2B5EF4-FFF2-40B4-BE49-F238E27FC236}">
                <a16:creationId xmlns:a16="http://schemas.microsoft.com/office/drawing/2014/main" id="{A08E66ED-E01F-73BF-F0B6-F800C25B67C0}"/>
              </a:ext>
            </a:extLst>
          </p:cNvPr>
          <p:cNvGrpSpPr/>
          <p:nvPr/>
        </p:nvGrpSpPr>
        <p:grpSpPr>
          <a:xfrm>
            <a:off x="657346" y="2097085"/>
            <a:ext cx="11228173" cy="404635"/>
            <a:chOff x="657346" y="2097085"/>
            <a:chExt cx="11228173" cy="404635"/>
          </a:xfrm>
        </p:grpSpPr>
        <p:sp>
          <p:nvSpPr>
            <p:cNvPr id="22" name="五边形 1">
              <a:extLst>
                <a:ext uri="{FF2B5EF4-FFF2-40B4-BE49-F238E27FC236}">
                  <a16:creationId xmlns:a16="http://schemas.microsoft.com/office/drawing/2014/main" id="{ECC98F79-8C47-4B71-9E74-35899089A920}"/>
                </a:ext>
              </a:extLst>
            </p:cNvPr>
            <p:cNvSpPr/>
            <p:nvPr/>
          </p:nvSpPr>
          <p:spPr>
            <a:xfrm>
              <a:off x="657346" y="2097085"/>
              <a:ext cx="11228173" cy="165287"/>
            </a:xfrm>
            <a:prstGeom prst="homePlat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grpSp>
          <p:nvGrpSpPr>
            <p:cNvPr id="23" name="组合 22">
              <a:extLst>
                <a:ext uri="{FF2B5EF4-FFF2-40B4-BE49-F238E27FC236}">
                  <a16:creationId xmlns:a16="http://schemas.microsoft.com/office/drawing/2014/main" id="{A5C078E4-E1F8-421A-9CA5-1EA9D53F960A}"/>
                </a:ext>
              </a:extLst>
            </p:cNvPr>
            <p:cNvGrpSpPr/>
            <p:nvPr/>
          </p:nvGrpSpPr>
          <p:grpSpPr>
            <a:xfrm>
              <a:off x="880041" y="2273061"/>
              <a:ext cx="6069801" cy="228659"/>
              <a:chOff x="675777" y="2636581"/>
              <a:chExt cx="6069801" cy="228659"/>
            </a:xfrm>
          </p:grpSpPr>
          <p:grpSp>
            <p:nvGrpSpPr>
              <p:cNvPr id="24" name="组合 23">
                <a:extLst>
                  <a:ext uri="{FF2B5EF4-FFF2-40B4-BE49-F238E27FC236}">
                    <a16:creationId xmlns:a16="http://schemas.microsoft.com/office/drawing/2014/main" id="{FDAE98E4-900F-4586-8011-ACE3B8A2257D}"/>
                  </a:ext>
                </a:extLst>
              </p:cNvPr>
              <p:cNvGrpSpPr/>
              <p:nvPr/>
            </p:nvGrpSpPr>
            <p:grpSpPr>
              <a:xfrm>
                <a:off x="675777" y="2636581"/>
                <a:ext cx="2996404" cy="228659"/>
                <a:chOff x="675777" y="2636581"/>
                <a:chExt cx="2996404" cy="228659"/>
              </a:xfrm>
            </p:grpSpPr>
            <p:grpSp>
              <p:nvGrpSpPr>
                <p:cNvPr id="78" name="组合 77">
                  <a:extLst>
                    <a:ext uri="{FF2B5EF4-FFF2-40B4-BE49-F238E27FC236}">
                      <a16:creationId xmlns:a16="http://schemas.microsoft.com/office/drawing/2014/main" id="{451CDBA6-5954-42A6-8E86-2DC1B24CA020}"/>
                    </a:ext>
                  </a:extLst>
                </p:cNvPr>
                <p:cNvGrpSpPr/>
                <p:nvPr/>
              </p:nvGrpSpPr>
              <p:grpSpPr>
                <a:xfrm>
                  <a:off x="675777" y="2636581"/>
                  <a:ext cx="692943" cy="228659"/>
                  <a:chOff x="675777" y="2628841"/>
                  <a:chExt cx="692943" cy="228659"/>
                </a:xfrm>
              </p:grpSpPr>
              <p:grpSp>
                <p:nvGrpSpPr>
                  <p:cNvPr id="118" name="组合 117">
                    <a:extLst>
                      <a:ext uri="{FF2B5EF4-FFF2-40B4-BE49-F238E27FC236}">
                        <a16:creationId xmlns:a16="http://schemas.microsoft.com/office/drawing/2014/main" id="{98E25932-7A46-44F9-A63D-B013707EAB2E}"/>
                      </a:ext>
                    </a:extLst>
                  </p:cNvPr>
                  <p:cNvGrpSpPr/>
                  <p:nvPr/>
                </p:nvGrpSpPr>
                <p:grpSpPr>
                  <a:xfrm>
                    <a:off x="675777" y="2629065"/>
                    <a:ext cx="307975" cy="228435"/>
                    <a:chOff x="675777" y="2629065"/>
                    <a:chExt cx="307975" cy="228435"/>
                  </a:xfrm>
                </p:grpSpPr>
                <p:cxnSp>
                  <p:nvCxnSpPr>
                    <p:cNvPr id="125" name="直接连接符 124">
                      <a:extLst>
                        <a:ext uri="{FF2B5EF4-FFF2-40B4-BE49-F238E27FC236}">
                          <a16:creationId xmlns:a16="http://schemas.microsoft.com/office/drawing/2014/main" id="{606E9C3C-79DD-4EC9-8FF8-9AE974693FA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675777" y="2629065"/>
                      <a:ext cx="0" cy="228435"/>
                    </a:xfrm>
                    <a:prstGeom prst="line">
                      <a:avLst/>
                    </a:prstGeom>
                    <a:ln w="12700" cap="rnd">
                      <a:solidFill>
                        <a:schemeClr val="bg1">
                          <a:lumMod val="75000"/>
                        </a:schemeClr>
                      </a:solidFill>
                      <a:round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6" name="直接连接符 125">
                      <a:extLst>
                        <a:ext uri="{FF2B5EF4-FFF2-40B4-BE49-F238E27FC236}">
                          <a16:creationId xmlns:a16="http://schemas.microsoft.com/office/drawing/2014/main" id="{A5311B97-8ED3-4E2F-99FB-D289101FF748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52771" y="2629065"/>
                      <a:ext cx="0" cy="110960"/>
                    </a:xfrm>
                    <a:prstGeom prst="line">
                      <a:avLst/>
                    </a:prstGeom>
                    <a:ln w="12700" cap="rnd">
                      <a:solidFill>
                        <a:schemeClr val="bg1">
                          <a:lumMod val="75000"/>
                        </a:schemeClr>
                      </a:solidFill>
                      <a:round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7" name="直接连接符 126">
                      <a:extLst>
                        <a:ext uri="{FF2B5EF4-FFF2-40B4-BE49-F238E27FC236}">
                          <a16:creationId xmlns:a16="http://schemas.microsoft.com/office/drawing/2014/main" id="{9E9DD0B3-2E89-42D6-8158-9BB3CD5447A9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829765" y="2629065"/>
                      <a:ext cx="0" cy="110960"/>
                    </a:xfrm>
                    <a:prstGeom prst="line">
                      <a:avLst/>
                    </a:prstGeom>
                    <a:ln w="12700" cap="rnd">
                      <a:solidFill>
                        <a:schemeClr val="bg1">
                          <a:lumMod val="75000"/>
                        </a:schemeClr>
                      </a:solidFill>
                      <a:round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8" name="直接连接符 127">
                      <a:extLst>
                        <a:ext uri="{FF2B5EF4-FFF2-40B4-BE49-F238E27FC236}">
                          <a16:creationId xmlns:a16="http://schemas.microsoft.com/office/drawing/2014/main" id="{379F928C-4A3C-4D01-BB81-43475161A8E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906759" y="2629065"/>
                      <a:ext cx="0" cy="110960"/>
                    </a:xfrm>
                    <a:prstGeom prst="line">
                      <a:avLst/>
                    </a:prstGeom>
                    <a:ln w="12700" cap="rnd">
                      <a:solidFill>
                        <a:schemeClr val="bg1">
                          <a:lumMod val="75000"/>
                        </a:schemeClr>
                      </a:solidFill>
                      <a:round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9" name="直接连接符 128">
                      <a:extLst>
                        <a:ext uri="{FF2B5EF4-FFF2-40B4-BE49-F238E27FC236}">
                          <a16:creationId xmlns:a16="http://schemas.microsoft.com/office/drawing/2014/main" id="{4C2A0383-4A5D-43FD-92AF-48AD3F713FC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983752" y="2629065"/>
                      <a:ext cx="0" cy="110960"/>
                    </a:xfrm>
                    <a:prstGeom prst="line">
                      <a:avLst/>
                    </a:prstGeom>
                    <a:ln w="12700" cap="rnd">
                      <a:solidFill>
                        <a:schemeClr val="bg1">
                          <a:lumMod val="75000"/>
                        </a:schemeClr>
                      </a:solidFill>
                      <a:round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19" name="组合 118">
                    <a:extLst>
                      <a:ext uri="{FF2B5EF4-FFF2-40B4-BE49-F238E27FC236}">
                        <a16:creationId xmlns:a16="http://schemas.microsoft.com/office/drawing/2014/main" id="{B52F15E4-D5BF-40D6-8311-5E07E5C268C0}"/>
                      </a:ext>
                    </a:extLst>
                  </p:cNvPr>
                  <p:cNvGrpSpPr/>
                  <p:nvPr/>
                </p:nvGrpSpPr>
                <p:grpSpPr>
                  <a:xfrm>
                    <a:off x="1060745" y="2628841"/>
                    <a:ext cx="307975" cy="228435"/>
                    <a:chOff x="675777" y="2629065"/>
                    <a:chExt cx="307975" cy="228435"/>
                  </a:xfrm>
                </p:grpSpPr>
                <p:cxnSp>
                  <p:nvCxnSpPr>
                    <p:cNvPr id="120" name="直接连接符 119">
                      <a:extLst>
                        <a:ext uri="{FF2B5EF4-FFF2-40B4-BE49-F238E27FC236}">
                          <a16:creationId xmlns:a16="http://schemas.microsoft.com/office/drawing/2014/main" id="{E8DDB643-AF4F-4D68-ACDE-BB055EA89AEC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675777" y="2629065"/>
                      <a:ext cx="0" cy="228435"/>
                    </a:xfrm>
                    <a:prstGeom prst="line">
                      <a:avLst/>
                    </a:prstGeom>
                    <a:ln w="12700" cap="rnd">
                      <a:solidFill>
                        <a:schemeClr val="bg1">
                          <a:lumMod val="75000"/>
                        </a:schemeClr>
                      </a:solidFill>
                      <a:round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1" name="直接连接符 120">
                      <a:extLst>
                        <a:ext uri="{FF2B5EF4-FFF2-40B4-BE49-F238E27FC236}">
                          <a16:creationId xmlns:a16="http://schemas.microsoft.com/office/drawing/2014/main" id="{00180148-68CD-40C3-82E1-7DC5941E6408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52771" y="2629065"/>
                      <a:ext cx="0" cy="110960"/>
                    </a:xfrm>
                    <a:prstGeom prst="line">
                      <a:avLst/>
                    </a:prstGeom>
                    <a:ln w="12700" cap="rnd">
                      <a:solidFill>
                        <a:schemeClr val="bg1">
                          <a:lumMod val="75000"/>
                        </a:schemeClr>
                      </a:solidFill>
                      <a:round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2" name="直接连接符 121">
                      <a:extLst>
                        <a:ext uri="{FF2B5EF4-FFF2-40B4-BE49-F238E27FC236}">
                          <a16:creationId xmlns:a16="http://schemas.microsoft.com/office/drawing/2014/main" id="{CDFC1C9E-AA8D-41FA-B4E8-94EA963A066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829765" y="2629065"/>
                      <a:ext cx="0" cy="110960"/>
                    </a:xfrm>
                    <a:prstGeom prst="line">
                      <a:avLst/>
                    </a:prstGeom>
                    <a:ln w="12700" cap="rnd">
                      <a:solidFill>
                        <a:schemeClr val="bg1">
                          <a:lumMod val="75000"/>
                        </a:schemeClr>
                      </a:solidFill>
                      <a:round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3" name="直接连接符 122">
                      <a:extLst>
                        <a:ext uri="{FF2B5EF4-FFF2-40B4-BE49-F238E27FC236}">
                          <a16:creationId xmlns:a16="http://schemas.microsoft.com/office/drawing/2014/main" id="{D12C0589-FE5D-4A4A-9226-06149B50F79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906759" y="2629065"/>
                      <a:ext cx="0" cy="110960"/>
                    </a:xfrm>
                    <a:prstGeom prst="line">
                      <a:avLst/>
                    </a:prstGeom>
                    <a:ln w="12700" cap="rnd">
                      <a:solidFill>
                        <a:schemeClr val="bg1">
                          <a:lumMod val="75000"/>
                        </a:schemeClr>
                      </a:solidFill>
                      <a:round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4" name="直接连接符 123">
                      <a:extLst>
                        <a:ext uri="{FF2B5EF4-FFF2-40B4-BE49-F238E27FC236}">
                          <a16:creationId xmlns:a16="http://schemas.microsoft.com/office/drawing/2014/main" id="{C3111386-797B-4297-9FD0-E62B08E83B49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983752" y="2629065"/>
                      <a:ext cx="0" cy="110960"/>
                    </a:xfrm>
                    <a:prstGeom prst="line">
                      <a:avLst/>
                    </a:prstGeom>
                    <a:ln w="12700" cap="rnd">
                      <a:solidFill>
                        <a:schemeClr val="bg1">
                          <a:lumMod val="75000"/>
                        </a:schemeClr>
                      </a:solidFill>
                      <a:round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grpSp>
              <p:nvGrpSpPr>
                <p:cNvPr id="79" name="组合 78">
                  <a:extLst>
                    <a:ext uri="{FF2B5EF4-FFF2-40B4-BE49-F238E27FC236}">
                      <a16:creationId xmlns:a16="http://schemas.microsoft.com/office/drawing/2014/main" id="{8BC13F82-E59C-4B88-8206-614EB007E31F}"/>
                    </a:ext>
                  </a:extLst>
                </p:cNvPr>
                <p:cNvGrpSpPr/>
                <p:nvPr/>
              </p:nvGrpSpPr>
              <p:grpSpPr>
                <a:xfrm>
                  <a:off x="1445713" y="2636581"/>
                  <a:ext cx="692943" cy="228659"/>
                  <a:chOff x="675777" y="2628841"/>
                  <a:chExt cx="692943" cy="228659"/>
                </a:xfrm>
              </p:grpSpPr>
              <p:grpSp>
                <p:nvGrpSpPr>
                  <p:cNvPr id="106" name="组合 105">
                    <a:extLst>
                      <a:ext uri="{FF2B5EF4-FFF2-40B4-BE49-F238E27FC236}">
                        <a16:creationId xmlns:a16="http://schemas.microsoft.com/office/drawing/2014/main" id="{EDEFA24B-B500-4F43-9451-09A5FE613774}"/>
                      </a:ext>
                    </a:extLst>
                  </p:cNvPr>
                  <p:cNvGrpSpPr/>
                  <p:nvPr/>
                </p:nvGrpSpPr>
                <p:grpSpPr>
                  <a:xfrm>
                    <a:off x="675777" y="2629065"/>
                    <a:ext cx="307975" cy="228435"/>
                    <a:chOff x="675777" y="2629065"/>
                    <a:chExt cx="307975" cy="228435"/>
                  </a:xfrm>
                </p:grpSpPr>
                <p:cxnSp>
                  <p:nvCxnSpPr>
                    <p:cNvPr id="113" name="直接连接符 112">
                      <a:extLst>
                        <a:ext uri="{FF2B5EF4-FFF2-40B4-BE49-F238E27FC236}">
                          <a16:creationId xmlns:a16="http://schemas.microsoft.com/office/drawing/2014/main" id="{E259E5A9-BF80-44E3-83AE-3D2CD60EE7FC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675777" y="2629065"/>
                      <a:ext cx="0" cy="228435"/>
                    </a:xfrm>
                    <a:prstGeom prst="line">
                      <a:avLst/>
                    </a:prstGeom>
                    <a:ln w="12700" cap="rnd">
                      <a:solidFill>
                        <a:schemeClr val="bg1">
                          <a:lumMod val="75000"/>
                        </a:schemeClr>
                      </a:solidFill>
                      <a:round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4" name="直接连接符 113">
                      <a:extLst>
                        <a:ext uri="{FF2B5EF4-FFF2-40B4-BE49-F238E27FC236}">
                          <a16:creationId xmlns:a16="http://schemas.microsoft.com/office/drawing/2014/main" id="{570F74AF-EBE3-483E-A1DD-239377725E5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52771" y="2629065"/>
                      <a:ext cx="0" cy="110960"/>
                    </a:xfrm>
                    <a:prstGeom prst="line">
                      <a:avLst/>
                    </a:prstGeom>
                    <a:ln w="12700" cap="rnd">
                      <a:solidFill>
                        <a:schemeClr val="bg1">
                          <a:lumMod val="75000"/>
                        </a:schemeClr>
                      </a:solidFill>
                      <a:round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5" name="直接连接符 114">
                      <a:extLst>
                        <a:ext uri="{FF2B5EF4-FFF2-40B4-BE49-F238E27FC236}">
                          <a16:creationId xmlns:a16="http://schemas.microsoft.com/office/drawing/2014/main" id="{E343FD14-3CFE-4CEB-A651-7B6C694F6EB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829765" y="2629065"/>
                      <a:ext cx="0" cy="110960"/>
                    </a:xfrm>
                    <a:prstGeom prst="line">
                      <a:avLst/>
                    </a:prstGeom>
                    <a:ln w="12700" cap="rnd">
                      <a:solidFill>
                        <a:schemeClr val="bg1">
                          <a:lumMod val="75000"/>
                        </a:schemeClr>
                      </a:solidFill>
                      <a:round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6" name="直接连接符 115">
                      <a:extLst>
                        <a:ext uri="{FF2B5EF4-FFF2-40B4-BE49-F238E27FC236}">
                          <a16:creationId xmlns:a16="http://schemas.microsoft.com/office/drawing/2014/main" id="{28EDB2A2-B952-4BA9-84FF-7B1E6200970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906759" y="2629065"/>
                      <a:ext cx="0" cy="110960"/>
                    </a:xfrm>
                    <a:prstGeom prst="line">
                      <a:avLst/>
                    </a:prstGeom>
                    <a:ln w="12700" cap="rnd">
                      <a:solidFill>
                        <a:schemeClr val="bg1">
                          <a:lumMod val="75000"/>
                        </a:schemeClr>
                      </a:solidFill>
                      <a:round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7" name="直接连接符 116">
                      <a:extLst>
                        <a:ext uri="{FF2B5EF4-FFF2-40B4-BE49-F238E27FC236}">
                          <a16:creationId xmlns:a16="http://schemas.microsoft.com/office/drawing/2014/main" id="{A1F3F858-CD75-4879-B878-4372A5159E7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983752" y="2629065"/>
                      <a:ext cx="0" cy="110960"/>
                    </a:xfrm>
                    <a:prstGeom prst="line">
                      <a:avLst/>
                    </a:prstGeom>
                    <a:ln w="12700" cap="rnd">
                      <a:solidFill>
                        <a:schemeClr val="bg1">
                          <a:lumMod val="75000"/>
                        </a:schemeClr>
                      </a:solidFill>
                      <a:round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07" name="组合 106">
                    <a:extLst>
                      <a:ext uri="{FF2B5EF4-FFF2-40B4-BE49-F238E27FC236}">
                        <a16:creationId xmlns:a16="http://schemas.microsoft.com/office/drawing/2014/main" id="{3A1E2A54-9835-48BF-B3B9-0428CCEBF652}"/>
                      </a:ext>
                    </a:extLst>
                  </p:cNvPr>
                  <p:cNvGrpSpPr/>
                  <p:nvPr/>
                </p:nvGrpSpPr>
                <p:grpSpPr>
                  <a:xfrm>
                    <a:off x="1060745" y="2628841"/>
                    <a:ext cx="307975" cy="228435"/>
                    <a:chOff x="675777" y="2629065"/>
                    <a:chExt cx="307975" cy="228435"/>
                  </a:xfrm>
                </p:grpSpPr>
                <p:cxnSp>
                  <p:nvCxnSpPr>
                    <p:cNvPr id="108" name="直接连接符 107">
                      <a:extLst>
                        <a:ext uri="{FF2B5EF4-FFF2-40B4-BE49-F238E27FC236}">
                          <a16:creationId xmlns:a16="http://schemas.microsoft.com/office/drawing/2014/main" id="{4FAFB895-D69D-479C-9FEF-B5D4EDCA9E02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675777" y="2629065"/>
                      <a:ext cx="0" cy="228435"/>
                    </a:xfrm>
                    <a:prstGeom prst="line">
                      <a:avLst/>
                    </a:prstGeom>
                    <a:ln w="12700" cap="rnd">
                      <a:solidFill>
                        <a:schemeClr val="bg1">
                          <a:lumMod val="75000"/>
                        </a:schemeClr>
                      </a:solidFill>
                      <a:round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9" name="直接连接符 108">
                      <a:extLst>
                        <a:ext uri="{FF2B5EF4-FFF2-40B4-BE49-F238E27FC236}">
                          <a16:creationId xmlns:a16="http://schemas.microsoft.com/office/drawing/2014/main" id="{C286C963-4015-4748-A704-628C23B9B4D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52771" y="2629065"/>
                      <a:ext cx="0" cy="110960"/>
                    </a:xfrm>
                    <a:prstGeom prst="line">
                      <a:avLst/>
                    </a:prstGeom>
                    <a:ln w="12700" cap="rnd">
                      <a:solidFill>
                        <a:schemeClr val="bg1">
                          <a:lumMod val="75000"/>
                        </a:schemeClr>
                      </a:solidFill>
                      <a:round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0" name="直接连接符 109">
                      <a:extLst>
                        <a:ext uri="{FF2B5EF4-FFF2-40B4-BE49-F238E27FC236}">
                          <a16:creationId xmlns:a16="http://schemas.microsoft.com/office/drawing/2014/main" id="{651AB8E4-9701-4AA6-B29E-558F8B86869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829765" y="2629065"/>
                      <a:ext cx="0" cy="110960"/>
                    </a:xfrm>
                    <a:prstGeom prst="line">
                      <a:avLst/>
                    </a:prstGeom>
                    <a:ln w="12700" cap="rnd">
                      <a:solidFill>
                        <a:schemeClr val="bg1">
                          <a:lumMod val="75000"/>
                        </a:schemeClr>
                      </a:solidFill>
                      <a:round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1" name="直接连接符 110">
                      <a:extLst>
                        <a:ext uri="{FF2B5EF4-FFF2-40B4-BE49-F238E27FC236}">
                          <a16:creationId xmlns:a16="http://schemas.microsoft.com/office/drawing/2014/main" id="{8C19F53E-C218-4A68-A0D5-5991928ECE0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906759" y="2629065"/>
                      <a:ext cx="0" cy="110960"/>
                    </a:xfrm>
                    <a:prstGeom prst="line">
                      <a:avLst/>
                    </a:prstGeom>
                    <a:ln w="12700" cap="rnd">
                      <a:solidFill>
                        <a:schemeClr val="bg1">
                          <a:lumMod val="75000"/>
                        </a:schemeClr>
                      </a:solidFill>
                      <a:round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2" name="直接连接符 111">
                      <a:extLst>
                        <a:ext uri="{FF2B5EF4-FFF2-40B4-BE49-F238E27FC236}">
                          <a16:creationId xmlns:a16="http://schemas.microsoft.com/office/drawing/2014/main" id="{8D669760-30C2-400F-943B-F511247ECF4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983752" y="2629065"/>
                      <a:ext cx="0" cy="110960"/>
                    </a:xfrm>
                    <a:prstGeom prst="line">
                      <a:avLst/>
                    </a:prstGeom>
                    <a:ln w="12700" cap="rnd">
                      <a:solidFill>
                        <a:schemeClr val="bg1">
                          <a:lumMod val="75000"/>
                        </a:schemeClr>
                      </a:solidFill>
                      <a:round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grpSp>
              <p:nvGrpSpPr>
                <p:cNvPr id="80" name="组合 79">
                  <a:extLst>
                    <a:ext uri="{FF2B5EF4-FFF2-40B4-BE49-F238E27FC236}">
                      <a16:creationId xmlns:a16="http://schemas.microsoft.com/office/drawing/2014/main" id="{321BC092-3939-4752-8EE9-73473DE5458E}"/>
                    </a:ext>
                  </a:extLst>
                </p:cNvPr>
                <p:cNvGrpSpPr/>
                <p:nvPr/>
              </p:nvGrpSpPr>
              <p:grpSpPr>
                <a:xfrm>
                  <a:off x="2209302" y="2636581"/>
                  <a:ext cx="692943" cy="228659"/>
                  <a:chOff x="675777" y="2628841"/>
                  <a:chExt cx="692943" cy="228659"/>
                </a:xfrm>
              </p:grpSpPr>
              <p:grpSp>
                <p:nvGrpSpPr>
                  <p:cNvPr id="94" name="组合 93">
                    <a:extLst>
                      <a:ext uri="{FF2B5EF4-FFF2-40B4-BE49-F238E27FC236}">
                        <a16:creationId xmlns:a16="http://schemas.microsoft.com/office/drawing/2014/main" id="{5B818B5F-3D58-46EC-8D5A-3FD74EFE4280}"/>
                      </a:ext>
                    </a:extLst>
                  </p:cNvPr>
                  <p:cNvGrpSpPr/>
                  <p:nvPr/>
                </p:nvGrpSpPr>
                <p:grpSpPr>
                  <a:xfrm>
                    <a:off x="675777" y="2629065"/>
                    <a:ext cx="307975" cy="228435"/>
                    <a:chOff x="675777" y="2629065"/>
                    <a:chExt cx="307975" cy="228435"/>
                  </a:xfrm>
                </p:grpSpPr>
                <p:cxnSp>
                  <p:nvCxnSpPr>
                    <p:cNvPr id="101" name="直接连接符 100">
                      <a:extLst>
                        <a:ext uri="{FF2B5EF4-FFF2-40B4-BE49-F238E27FC236}">
                          <a16:creationId xmlns:a16="http://schemas.microsoft.com/office/drawing/2014/main" id="{FD11909F-2DBB-4013-AF53-369E3B643D4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675777" y="2629065"/>
                      <a:ext cx="0" cy="228435"/>
                    </a:xfrm>
                    <a:prstGeom prst="line">
                      <a:avLst/>
                    </a:prstGeom>
                    <a:ln w="12700" cap="rnd">
                      <a:solidFill>
                        <a:schemeClr val="bg1">
                          <a:lumMod val="75000"/>
                        </a:schemeClr>
                      </a:solidFill>
                      <a:round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2" name="直接连接符 101">
                      <a:extLst>
                        <a:ext uri="{FF2B5EF4-FFF2-40B4-BE49-F238E27FC236}">
                          <a16:creationId xmlns:a16="http://schemas.microsoft.com/office/drawing/2014/main" id="{95DC082B-6723-47A0-BAAF-6CA01625755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52771" y="2629065"/>
                      <a:ext cx="0" cy="110960"/>
                    </a:xfrm>
                    <a:prstGeom prst="line">
                      <a:avLst/>
                    </a:prstGeom>
                    <a:ln w="12700" cap="rnd">
                      <a:solidFill>
                        <a:schemeClr val="bg1">
                          <a:lumMod val="75000"/>
                        </a:schemeClr>
                      </a:solidFill>
                      <a:round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3" name="直接连接符 102">
                      <a:extLst>
                        <a:ext uri="{FF2B5EF4-FFF2-40B4-BE49-F238E27FC236}">
                          <a16:creationId xmlns:a16="http://schemas.microsoft.com/office/drawing/2014/main" id="{76096B0B-84A2-4468-BFC5-2BDF4EED6DB9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829765" y="2629065"/>
                      <a:ext cx="0" cy="110960"/>
                    </a:xfrm>
                    <a:prstGeom prst="line">
                      <a:avLst/>
                    </a:prstGeom>
                    <a:ln w="12700" cap="rnd">
                      <a:solidFill>
                        <a:schemeClr val="bg1">
                          <a:lumMod val="75000"/>
                        </a:schemeClr>
                      </a:solidFill>
                      <a:round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4" name="直接连接符 103">
                      <a:extLst>
                        <a:ext uri="{FF2B5EF4-FFF2-40B4-BE49-F238E27FC236}">
                          <a16:creationId xmlns:a16="http://schemas.microsoft.com/office/drawing/2014/main" id="{45F9BC23-8C4B-470E-8997-046D88A919F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906759" y="2629065"/>
                      <a:ext cx="0" cy="110960"/>
                    </a:xfrm>
                    <a:prstGeom prst="line">
                      <a:avLst/>
                    </a:prstGeom>
                    <a:ln w="12700" cap="rnd">
                      <a:solidFill>
                        <a:schemeClr val="bg1">
                          <a:lumMod val="75000"/>
                        </a:schemeClr>
                      </a:solidFill>
                      <a:round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5" name="直接连接符 104">
                      <a:extLst>
                        <a:ext uri="{FF2B5EF4-FFF2-40B4-BE49-F238E27FC236}">
                          <a16:creationId xmlns:a16="http://schemas.microsoft.com/office/drawing/2014/main" id="{B0030F3B-F074-48C5-98CC-F84265DCF76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983752" y="2629065"/>
                      <a:ext cx="0" cy="110960"/>
                    </a:xfrm>
                    <a:prstGeom prst="line">
                      <a:avLst/>
                    </a:prstGeom>
                    <a:ln w="12700" cap="rnd">
                      <a:solidFill>
                        <a:schemeClr val="bg1">
                          <a:lumMod val="75000"/>
                        </a:schemeClr>
                      </a:solidFill>
                      <a:round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95" name="组合 94">
                    <a:extLst>
                      <a:ext uri="{FF2B5EF4-FFF2-40B4-BE49-F238E27FC236}">
                        <a16:creationId xmlns:a16="http://schemas.microsoft.com/office/drawing/2014/main" id="{BA20302D-0531-40D8-AAA5-67359D29D4C5}"/>
                      </a:ext>
                    </a:extLst>
                  </p:cNvPr>
                  <p:cNvGrpSpPr/>
                  <p:nvPr/>
                </p:nvGrpSpPr>
                <p:grpSpPr>
                  <a:xfrm>
                    <a:off x="1060745" y="2628841"/>
                    <a:ext cx="307975" cy="228435"/>
                    <a:chOff x="675777" y="2629065"/>
                    <a:chExt cx="307975" cy="228435"/>
                  </a:xfrm>
                </p:grpSpPr>
                <p:cxnSp>
                  <p:nvCxnSpPr>
                    <p:cNvPr id="96" name="直接连接符 95">
                      <a:extLst>
                        <a:ext uri="{FF2B5EF4-FFF2-40B4-BE49-F238E27FC236}">
                          <a16:creationId xmlns:a16="http://schemas.microsoft.com/office/drawing/2014/main" id="{09B0CC40-7D93-475B-8087-44A4E382C52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675777" y="2629065"/>
                      <a:ext cx="0" cy="228435"/>
                    </a:xfrm>
                    <a:prstGeom prst="line">
                      <a:avLst/>
                    </a:prstGeom>
                    <a:ln w="12700" cap="rnd">
                      <a:solidFill>
                        <a:schemeClr val="bg1">
                          <a:lumMod val="75000"/>
                        </a:schemeClr>
                      </a:solidFill>
                      <a:round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7" name="直接连接符 96">
                      <a:extLst>
                        <a:ext uri="{FF2B5EF4-FFF2-40B4-BE49-F238E27FC236}">
                          <a16:creationId xmlns:a16="http://schemas.microsoft.com/office/drawing/2014/main" id="{40159C8B-A608-4E0B-995E-0FFFEE485FA8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52771" y="2629065"/>
                      <a:ext cx="0" cy="110960"/>
                    </a:xfrm>
                    <a:prstGeom prst="line">
                      <a:avLst/>
                    </a:prstGeom>
                    <a:ln w="12700" cap="rnd">
                      <a:solidFill>
                        <a:schemeClr val="bg1">
                          <a:lumMod val="75000"/>
                        </a:schemeClr>
                      </a:solidFill>
                      <a:round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8" name="直接连接符 97">
                      <a:extLst>
                        <a:ext uri="{FF2B5EF4-FFF2-40B4-BE49-F238E27FC236}">
                          <a16:creationId xmlns:a16="http://schemas.microsoft.com/office/drawing/2014/main" id="{5E993891-02BA-421F-ADC8-1B1B71D446D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829765" y="2629065"/>
                      <a:ext cx="0" cy="110960"/>
                    </a:xfrm>
                    <a:prstGeom prst="line">
                      <a:avLst/>
                    </a:prstGeom>
                    <a:ln w="12700" cap="rnd">
                      <a:solidFill>
                        <a:schemeClr val="bg1">
                          <a:lumMod val="75000"/>
                        </a:schemeClr>
                      </a:solidFill>
                      <a:round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9" name="直接连接符 98">
                      <a:extLst>
                        <a:ext uri="{FF2B5EF4-FFF2-40B4-BE49-F238E27FC236}">
                          <a16:creationId xmlns:a16="http://schemas.microsoft.com/office/drawing/2014/main" id="{D782D112-8ACA-4FA6-9D96-84CA7C90CF4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906759" y="2629065"/>
                      <a:ext cx="0" cy="110960"/>
                    </a:xfrm>
                    <a:prstGeom prst="line">
                      <a:avLst/>
                    </a:prstGeom>
                    <a:ln w="12700" cap="rnd">
                      <a:solidFill>
                        <a:schemeClr val="bg1">
                          <a:lumMod val="75000"/>
                        </a:schemeClr>
                      </a:solidFill>
                      <a:round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0" name="直接连接符 99">
                      <a:extLst>
                        <a:ext uri="{FF2B5EF4-FFF2-40B4-BE49-F238E27FC236}">
                          <a16:creationId xmlns:a16="http://schemas.microsoft.com/office/drawing/2014/main" id="{EF3EC8C6-216B-4F72-8DA8-0821B894653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983752" y="2629065"/>
                      <a:ext cx="0" cy="110960"/>
                    </a:xfrm>
                    <a:prstGeom prst="line">
                      <a:avLst/>
                    </a:prstGeom>
                    <a:ln w="12700" cap="rnd">
                      <a:solidFill>
                        <a:schemeClr val="bg1">
                          <a:lumMod val="75000"/>
                        </a:schemeClr>
                      </a:solidFill>
                      <a:round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grpSp>
              <p:nvGrpSpPr>
                <p:cNvPr id="81" name="组合 80">
                  <a:extLst>
                    <a:ext uri="{FF2B5EF4-FFF2-40B4-BE49-F238E27FC236}">
                      <a16:creationId xmlns:a16="http://schemas.microsoft.com/office/drawing/2014/main" id="{4A0DF0E7-B212-403D-A915-089474132466}"/>
                    </a:ext>
                  </a:extLst>
                </p:cNvPr>
                <p:cNvGrpSpPr/>
                <p:nvPr/>
              </p:nvGrpSpPr>
              <p:grpSpPr>
                <a:xfrm>
                  <a:off x="2979238" y="2636581"/>
                  <a:ext cx="692943" cy="228659"/>
                  <a:chOff x="675777" y="2628841"/>
                  <a:chExt cx="692943" cy="228659"/>
                </a:xfrm>
              </p:grpSpPr>
              <p:grpSp>
                <p:nvGrpSpPr>
                  <p:cNvPr id="82" name="组合 81">
                    <a:extLst>
                      <a:ext uri="{FF2B5EF4-FFF2-40B4-BE49-F238E27FC236}">
                        <a16:creationId xmlns:a16="http://schemas.microsoft.com/office/drawing/2014/main" id="{949C4E0F-5E60-4AFB-B063-91A6E7011085}"/>
                      </a:ext>
                    </a:extLst>
                  </p:cNvPr>
                  <p:cNvGrpSpPr/>
                  <p:nvPr/>
                </p:nvGrpSpPr>
                <p:grpSpPr>
                  <a:xfrm>
                    <a:off x="675777" y="2629065"/>
                    <a:ext cx="307975" cy="228435"/>
                    <a:chOff x="675777" y="2629065"/>
                    <a:chExt cx="307975" cy="228435"/>
                  </a:xfrm>
                </p:grpSpPr>
                <p:cxnSp>
                  <p:nvCxnSpPr>
                    <p:cNvPr id="89" name="直接连接符 88">
                      <a:extLst>
                        <a:ext uri="{FF2B5EF4-FFF2-40B4-BE49-F238E27FC236}">
                          <a16:creationId xmlns:a16="http://schemas.microsoft.com/office/drawing/2014/main" id="{12945B58-588C-467D-AC34-B6FF43871B8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675777" y="2629065"/>
                      <a:ext cx="0" cy="228435"/>
                    </a:xfrm>
                    <a:prstGeom prst="line">
                      <a:avLst/>
                    </a:prstGeom>
                    <a:ln w="12700" cap="rnd">
                      <a:solidFill>
                        <a:schemeClr val="bg1">
                          <a:lumMod val="75000"/>
                        </a:schemeClr>
                      </a:solidFill>
                      <a:round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0" name="直接连接符 89">
                      <a:extLst>
                        <a:ext uri="{FF2B5EF4-FFF2-40B4-BE49-F238E27FC236}">
                          <a16:creationId xmlns:a16="http://schemas.microsoft.com/office/drawing/2014/main" id="{EE380807-C3ED-4CB9-8743-0CC25829686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52771" y="2629065"/>
                      <a:ext cx="0" cy="110960"/>
                    </a:xfrm>
                    <a:prstGeom prst="line">
                      <a:avLst/>
                    </a:prstGeom>
                    <a:ln w="12700" cap="rnd">
                      <a:solidFill>
                        <a:schemeClr val="bg1">
                          <a:lumMod val="75000"/>
                        </a:schemeClr>
                      </a:solidFill>
                      <a:round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1" name="直接连接符 90">
                      <a:extLst>
                        <a:ext uri="{FF2B5EF4-FFF2-40B4-BE49-F238E27FC236}">
                          <a16:creationId xmlns:a16="http://schemas.microsoft.com/office/drawing/2014/main" id="{B5D9634C-A58F-48F5-B324-183C3CCFF34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829765" y="2629065"/>
                      <a:ext cx="0" cy="110960"/>
                    </a:xfrm>
                    <a:prstGeom prst="line">
                      <a:avLst/>
                    </a:prstGeom>
                    <a:ln w="12700" cap="rnd">
                      <a:solidFill>
                        <a:schemeClr val="bg1">
                          <a:lumMod val="75000"/>
                        </a:schemeClr>
                      </a:solidFill>
                      <a:round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2" name="直接连接符 91">
                      <a:extLst>
                        <a:ext uri="{FF2B5EF4-FFF2-40B4-BE49-F238E27FC236}">
                          <a16:creationId xmlns:a16="http://schemas.microsoft.com/office/drawing/2014/main" id="{3CB6CB92-0D22-4EF7-ACEA-FFFA339FF44E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906759" y="2629065"/>
                      <a:ext cx="0" cy="110960"/>
                    </a:xfrm>
                    <a:prstGeom prst="line">
                      <a:avLst/>
                    </a:prstGeom>
                    <a:ln w="12700" cap="rnd">
                      <a:solidFill>
                        <a:schemeClr val="bg1">
                          <a:lumMod val="75000"/>
                        </a:schemeClr>
                      </a:solidFill>
                      <a:round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3" name="直接连接符 92">
                      <a:extLst>
                        <a:ext uri="{FF2B5EF4-FFF2-40B4-BE49-F238E27FC236}">
                          <a16:creationId xmlns:a16="http://schemas.microsoft.com/office/drawing/2014/main" id="{ADB80A37-87EB-4599-8043-99A974F3316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983752" y="2629065"/>
                      <a:ext cx="0" cy="110960"/>
                    </a:xfrm>
                    <a:prstGeom prst="line">
                      <a:avLst/>
                    </a:prstGeom>
                    <a:ln w="12700" cap="rnd">
                      <a:solidFill>
                        <a:schemeClr val="bg1">
                          <a:lumMod val="75000"/>
                        </a:schemeClr>
                      </a:solidFill>
                      <a:round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83" name="组合 82">
                    <a:extLst>
                      <a:ext uri="{FF2B5EF4-FFF2-40B4-BE49-F238E27FC236}">
                        <a16:creationId xmlns:a16="http://schemas.microsoft.com/office/drawing/2014/main" id="{433629D4-073C-4ABC-B964-317DA9BFACA8}"/>
                      </a:ext>
                    </a:extLst>
                  </p:cNvPr>
                  <p:cNvGrpSpPr/>
                  <p:nvPr/>
                </p:nvGrpSpPr>
                <p:grpSpPr>
                  <a:xfrm>
                    <a:off x="1060745" y="2628841"/>
                    <a:ext cx="307975" cy="228435"/>
                    <a:chOff x="675777" y="2629065"/>
                    <a:chExt cx="307975" cy="228435"/>
                  </a:xfrm>
                </p:grpSpPr>
                <p:cxnSp>
                  <p:nvCxnSpPr>
                    <p:cNvPr id="84" name="直接连接符 83">
                      <a:extLst>
                        <a:ext uri="{FF2B5EF4-FFF2-40B4-BE49-F238E27FC236}">
                          <a16:creationId xmlns:a16="http://schemas.microsoft.com/office/drawing/2014/main" id="{EEFF0A0A-0D44-4EA5-9D82-B793D22DD83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675777" y="2629065"/>
                      <a:ext cx="0" cy="228435"/>
                    </a:xfrm>
                    <a:prstGeom prst="line">
                      <a:avLst/>
                    </a:prstGeom>
                    <a:ln w="12700" cap="rnd">
                      <a:solidFill>
                        <a:schemeClr val="bg1">
                          <a:lumMod val="75000"/>
                        </a:schemeClr>
                      </a:solidFill>
                      <a:round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5" name="直接连接符 84">
                      <a:extLst>
                        <a:ext uri="{FF2B5EF4-FFF2-40B4-BE49-F238E27FC236}">
                          <a16:creationId xmlns:a16="http://schemas.microsoft.com/office/drawing/2014/main" id="{7E66D442-FB46-4ECF-9917-E0B2E8554AC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52771" y="2629065"/>
                      <a:ext cx="0" cy="110960"/>
                    </a:xfrm>
                    <a:prstGeom prst="line">
                      <a:avLst/>
                    </a:prstGeom>
                    <a:ln w="12700" cap="rnd">
                      <a:solidFill>
                        <a:schemeClr val="bg1">
                          <a:lumMod val="75000"/>
                        </a:schemeClr>
                      </a:solidFill>
                      <a:round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6" name="直接连接符 85">
                      <a:extLst>
                        <a:ext uri="{FF2B5EF4-FFF2-40B4-BE49-F238E27FC236}">
                          <a16:creationId xmlns:a16="http://schemas.microsoft.com/office/drawing/2014/main" id="{55D0DA8A-E229-4A25-9013-76386F2E07AE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829765" y="2629065"/>
                      <a:ext cx="0" cy="110960"/>
                    </a:xfrm>
                    <a:prstGeom prst="line">
                      <a:avLst/>
                    </a:prstGeom>
                    <a:ln w="12700" cap="rnd">
                      <a:solidFill>
                        <a:schemeClr val="bg1">
                          <a:lumMod val="75000"/>
                        </a:schemeClr>
                      </a:solidFill>
                      <a:round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7" name="直接连接符 86">
                      <a:extLst>
                        <a:ext uri="{FF2B5EF4-FFF2-40B4-BE49-F238E27FC236}">
                          <a16:creationId xmlns:a16="http://schemas.microsoft.com/office/drawing/2014/main" id="{31FDFF21-BC22-4CB7-A0E7-64CBB5C7A4D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906759" y="2629065"/>
                      <a:ext cx="0" cy="110960"/>
                    </a:xfrm>
                    <a:prstGeom prst="line">
                      <a:avLst/>
                    </a:prstGeom>
                    <a:ln w="12700" cap="rnd">
                      <a:solidFill>
                        <a:schemeClr val="bg1">
                          <a:lumMod val="75000"/>
                        </a:schemeClr>
                      </a:solidFill>
                      <a:round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8" name="直接连接符 87">
                      <a:extLst>
                        <a:ext uri="{FF2B5EF4-FFF2-40B4-BE49-F238E27FC236}">
                          <a16:creationId xmlns:a16="http://schemas.microsoft.com/office/drawing/2014/main" id="{4D8ECEEA-1152-4546-8B5E-36760366622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983752" y="2629065"/>
                      <a:ext cx="0" cy="110960"/>
                    </a:xfrm>
                    <a:prstGeom prst="line">
                      <a:avLst/>
                    </a:prstGeom>
                    <a:ln w="12700" cap="rnd">
                      <a:solidFill>
                        <a:schemeClr val="bg1">
                          <a:lumMod val="75000"/>
                        </a:schemeClr>
                      </a:solidFill>
                      <a:round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</p:grpSp>
          <p:grpSp>
            <p:nvGrpSpPr>
              <p:cNvPr id="25" name="组合 24">
                <a:extLst>
                  <a:ext uri="{FF2B5EF4-FFF2-40B4-BE49-F238E27FC236}">
                    <a16:creationId xmlns:a16="http://schemas.microsoft.com/office/drawing/2014/main" id="{A5C95A24-8D83-4834-B3E5-B8A6134051D6}"/>
                  </a:ext>
                </a:extLst>
              </p:cNvPr>
              <p:cNvGrpSpPr/>
              <p:nvPr/>
            </p:nvGrpSpPr>
            <p:grpSpPr>
              <a:xfrm>
                <a:off x="3749174" y="2636581"/>
                <a:ext cx="2996404" cy="228659"/>
                <a:chOff x="675777" y="2636581"/>
                <a:chExt cx="2996404" cy="228659"/>
              </a:xfrm>
            </p:grpSpPr>
            <p:grpSp>
              <p:nvGrpSpPr>
                <p:cNvPr id="26" name="组合 25">
                  <a:extLst>
                    <a:ext uri="{FF2B5EF4-FFF2-40B4-BE49-F238E27FC236}">
                      <a16:creationId xmlns:a16="http://schemas.microsoft.com/office/drawing/2014/main" id="{16C0100F-D7C7-4005-971C-97E140E44993}"/>
                    </a:ext>
                  </a:extLst>
                </p:cNvPr>
                <p:cNvGrpSpPr/>
                <p:nvPr/>
              </p:nvGrpSpPr>
              <p:grpSpPr>
                <a:xfrm>
                  <a:off x="675777" y="2636581"/>
                  <a:ext cx="692943" cy="228659"/>
                  <a:chOff x="675777" y="2628841"/>
                  <a:chExt cx="692943" cy="228659"/>
                </a:xfrm>
              </p:grpSpPr>
              <p:grpSp>
                <p:nvGrpSpPr>
                  <p:cNvPr id="66" name="组合 65">
                    <a:extLst>
                      <a:ext uri="{FF2B5EF4-FFF2-40B4-BE49-F238E27FC236}">
                        <a16:creationId xmlns:a16="http://schemas.microsoft.com/office/drawing/2014/main" id="{85C6F403-2921-4EB8-8DD1-D78A95240C66}"/>
                      </a:ext>
                    </a:extLst>
                  </p:cNvPr>
                  <p:cNvGrpSpPr/>
                  <p:nvPr/>
                </p:nvGrpSpPr>
                <p:grpSpPr>
                  <a:xfrm>
                    <a:off x="675777" y="2629065"/>
                    <a:ext cx="307975" cy="228435"/>
                    <a:chOff x="675777" y="2629065"/>
                    <a:chExt cx="307975" cy="228435"/>
                  </a:xfrm>
                </p:grpSpPr>
                <p:cxnSp>
                  <p:nvCxnSpPr>
                    <p:cNvPr id="73" name="直接连接符 72">
                      <a:extLst>
                        <a:ext uri="{FF2B5EF4-FFF2-40B4-BE49-F238E27FC236}">
                          <a16:creationId xmlns:a16="http://schemas.microsoft.com/office/drawing/2014/main" id="{034C88BC-A29C-447B-A81E-8C7B77E9E89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675777" y="2629065"/>
                      <a:ext cx="0" cy="228435"/>
                    </a:xfrm>
                    <a:prstGeom prst="line">
                      <a:avLst/>
                    </a:prstGeom>
                    <a:ln w="12700" cap="rnd">
                      <a:solidFill>
                        <a:schemeClr val="bg1">
                          <a:lumMod val="75000"/>
                        </a:schemeClr>
                      </a:solidFill>
                      <a:round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4" name="直接连接符 73">
                      <a:extLst>
                        <a:ext uri="{FF2B5EF4-FFF2-40B4-BE49-F238E27FC236}">
                          <a16:creationId xmlns:a16="http://schemas.microsoft.com/office/drawing/2014/main" id="{E83677E3-27E5-44CC-97BE-EF2ACDC8DE5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52771" y="2629065"/>
                      <a:ext cx="0" cy="110960"/>
                    </a:xfrm>
                    <a:prstGeom prst="line">
                      <a:avLst/>
                    </a:prstGeom>
                    <a:ln w="12700" cap="rnd">
                      <a:solidFill>
                        <a:schemeClr val="bg1">
                          <a:lumMod val="75000"/>
                        </a:schemeClr>
                      </a:solidFill>
                      <a:round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5" name="直接连接符 74">
                      <a:extLst>
                        <a:ext uri="{FF2B5EF4-FFF2-40B4-BE49-F238E27FC236}">
                          <a16:creationId xmlns:a16="http://schemas.microsoft.com/office/drawing/2014/main" id="{B3E99D23-E004-4D2C-A50D-2DA2E1F784B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829765" y="2629065"/>
                      <a:ext cx="0" cy="110960"/>
                    </a:xfrm>
                    <a:prstGeom prst="line">
                      <a:avLst/>
                    </a:prstGeom>
                    <a:ln w="12700" cap="rnd">
                      <a:solidFill>
                        <a:schemeClr val="bg1">
                          <a:lumMod val="75000"/>
                        </a:schemeClr>
                      </a:solidFill>
                      <a:round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6" name="直接连接符 75">
                      <a:extLst>
                        <a:ext uri="{FF2B5EF4-FFF2-40B4-BE49-F238E27FC236}">
                          <a16:creationId xmlns:a16="http://schemas.microsoft.com/office/drawing/2014/main" id="{866A6707-31FC-4077-A79E-AFCB51185A0D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906759" y="2629065"/>
                      <a:ext cx="0" cy="110960"/>
                    </a:xfrm>
                    <a:prstGeom prst="line">
                      <a:avLst/>
                    </a:prstGeom>
                    <a:ln w="12700" cap="rnd">
                      <a:solidFill>
                        <a:schemeClr val="bg1">
                          <a:lumMod val="75000"/>
                        </a:schemeClr>
                      </a:solidFill>
                      <a:round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7" name="直接连接符 76">
                      <a:extLst>
                        <a:ext uri="{FF2B5EF4-FFF2-40B4-BE49-F238E27FC236}">
                          <a16:creationId xmlns:a16="http://schemas.microsoft.com/office/drawing/2014/main" id="{0917C748-8708-494B-8EBF-A0B31EB7AE2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983752" y="2629065"/>
                      <a:ext cx="0" cy="110960"/>
                    </a:xfrm>
                    <a:prstGeom prst="line">
                      <a:avLst/>
                    </a:prstGeom>
                    <a:ln w="12700" cap="rnd">
                      <a:solidFill>
                        <a:schemeClr val="bg1">
                          <a:lumMod val="75000"/>
                        </a:schemeClr>
                      </a:solidFill>
                      <a:round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67" name="组合 66">
                    <a:extLst>
                      <a:ext uri="{FF2B5EF4-FFF2-40B4-BE49-F238E27FC236}">
                        <a16:creationId xmlns:a16="http://schemas.microsoft.com/office/drawing/2014/main" id="{889DB7C0-3951-40CE-A551-3449B78C440B}"/>
                      </a:ext>
                    </a:extLst>
                  </p:cNvPr>
                  <p:cNvGrpSpPr/>
                  <p:nvPr/>
                </p:nvGrpSpPr>
                <p:grpSpPr>
                  <a:xfrm>
                    <a:off x="1060745" y="2628841"/>
                    <a:ext cx="307975" cy="228435"/>
                    <a:chOff x="675777" y="2629065"/>
                    <a:chExt cx="307975" cy="228435"/>
                  </a:xfrm>
                </p:grpSpPr>
                <p:cxnSp>
                  <p:nvCxnSpPr>
                    <p:cNvPr id="68" name="直接连接符 67">
                      <a:extLst>
                        <a:ext uri="{FF2B5EF4-FFF2-40B4-BE49-F238E27FC236}">
                          <a16:creationId xmlns:a16="http://schemas.microsoft.com/office/drawing/2014/main" id="{265996C9-9AC2-4253-A3A1-EA8EC73D3069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675777" y="2629065"/>
                      <a:ext cx="0" cy="228435"/>
                    </a:xfrm>
                    <a:prstGeom prst="line">
                      <a:avLst/>
                    </a:prstGeom>
                    <a:ln w="12700" cap="rnd">
                      <a:solidFill>
                        <a:schemeClr val="bg1">
                          <a:lumMod val="75000"/>
                        </a:schemeClr>
                      </a:solidFill>
                      <a:round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9" name="直接连接符 68">
                      <a:extLst>
                        <a:ext uri="{FF2B5EF4-FFF2-40B4-BE49-F238E27FC236}">
                          <a16:creationId xmlns:a16="http://schemas.microsoft.com/office/drawing/2014/main" id="{DFD00AEE-A9AE-4660-AB66-152D7454BE1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52771" y="2629065"/>
                      <a:ext cx="0" cy="110960"/>
                    </a:xfrm>
                    <a:prstGeom prst="line">
                      <a:avLst/>
                    </a:prstGeom>
                    <a:ln w="12700" cap="rnd">
                      <a:solidFill>
                        <a:schemeClr val="bg1">
                          <a:lumMod val="75000"/>
                        </a:schemeClr>
                      </a:solidFill>
                      <a:round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0" name="直接连接符 69">
                      <a:extLst>
                        <a:ext uri="{FF2B5EF4-FFF2-40B4-BE49-F238E27FC236}">
                          <a16:creationId xmlns:a16="http://schemas.microsoft.com/office/drawing/2014/main" id="{20218C95-B5C3-4649-A2A3-0B8B0D5D598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829765" y="2629065"/>
                      <a:ext cx="0" cy="110960"/>
                    </a:xfrm>
                    <a:prstGeom prst="line">
                      <a:avLst/>
                    </a:prstGeom>
                    <a:ln w="12700" cap="rnd">
                      <a:solidFill>
                        <a:schemeClr val="bg1">
                          <a:lumMod val="75000"/>
                        </a:schemeClr>
                      </a:solidFill>
                      <a:round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1" name="直接连接符 70">
                      <a:extLst>
                        <a:ext uri="{FF2B5EF4-FFF2-40B4-BE49-F238E27FC236}">
                          <a16:creationId xmlns:a16="http://schemas.microsoft.com/office/drawing/2014/main" id="{6553D7C4-EE9B-4DB3-81FA-86397CE6090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906759" y="2629065"/>
                      <a:ext cx="0" cy="110960"/>
                    </a:xfrm>
                    <a:prstGeom prst="line">
                      <a:avLst/>
                    </a:prstGeom>
                    <a:ln w="12700" cap="rnd">
                      <a:solidFill>
                        <a:schemeClr val="bg1">
                          <a:lumMod val="75000"/>
                        </a:schemeClr>
                      </a:solidFill>
                      <a:round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2" name="直接连接符 71">
                      <a:extLst>
                        <a:ext uri="{FF2B5EF4-FFF2-40B4-BE49-F238E27FC236}">
                          <a16:creationId xmlns:a16="http://schemas.microsoft.com/office/drawing/2014/main" id="{E160F3C9-960E-49EF-925F-FEBB94AD69A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983752" y="2629065"/>
                      <a:ext cx="0" cy="110960"/>
                    </a:xfrm>
                    <a:prstGeom prst="line">
                      <a:avLst/>
                    </a:prstGeom>
                    <a:ln w="12700" cap="rnd">
                      <a:solidFill>
                        <a:schemeClr val="bg1">
                          <a:lumMod val="75000"/>
                        </a:schemeClr>
                      </a:solidFill>
                      <a:round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grpSp>
              <p:nvGrpSpPr>
                <p:cNvPr id="27" name="组合 26">
                  <a:extLst>
                    <a:ext uri="{FF2B5EF4-FFF2-40B4-BE49-F238E27FC236}">
                      <a16:creationId xmlns:a16="http://schemas.microsoft.com/office/drawing/2014/main" id="{E6018C0F-36BD-4392-BE6F-77DD48266DF2}"/>
                    </a:ext>
                  </a:extLst>
                </p:cNvPr>
                <p:cNvGrpSpPr/>
                <p:nvPr/>
              </p:nvGrpSpPr>
              <p:grpSpPr>
                <a:xfrm>
                  <a:off x="1445713" y="2636581"/>
                  <a:ext cx="692943" cy="228659"/>
                  <a:chOff x="675777" y="2628841"/>
                  <a:chExt cx="692943" cy="228659"/>
                </a:xfrm>
              </p:grpSpPr>
              <p:grpSp>
                <p:nvGrpSpPr>
                  <p:cNvPr id="54" name="组合 53">
                    <a:extLst>
                      <a:ext uri="{FF2B5EF4-FFF2-40B4-BE49-F238E27FC236}">
                        <a16:creationId xmlns:a16="http://schemas.microsoft.com/office/drawing/2014/main" id="{C57BD2B3-F04E-4797-B5B2-C3187E15B42A}"/>
                      </a:ext>
                    </a:extLst>
                  </p:cNvPr>
                  <p:cNvGrpSpPr/>
                  <p:nvPr/>
                </p:nvGrpSpPr>
                <p:grpSpPr>
                  <a:xfrm>
                    <a:off x="675777" y="2629065"/>
                    <a:ext cx="307975" cy="228435"/>
                    <a:chOff x="675777" y="2629065"/>
                    <a:chExt cx="307975" cy="228435"/>
                  </a:xfrm>
                </p:grpSpPr>
                <p:cxnSp>
                  <p:nvCxnSpPr>
                    <p:cNvPr id="61" name="直接连接符 60">
                      <a:extLst>
                        <a:ext uri="{FF2B5EF4-FFF2-40B4-BE49-F238E27FC236}">
                          <a16:creationId xmlns:a16="http://schemas.microsoft.com/office/drawing/2014/main" id="{16D6F5FF-3D7F-47F3-9A72-7CD324538E0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675777" y="2629065"/>
                      <a:ext cx="0" cy="228435"/>
                    </a:xfrm>
                    <a:prstGeom prst="line">
                      <a:avLst/>
                    </a:prstGeom>
                    <a:ln w="12700" cap="rnd">
                      <a:solidFill>
                        <a:schemeClr val="bg1">
                          <a:lumMod val="75000"/>
                        </a:schemeClr>
                      </a:solidFill>
                      <a:round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2" name="直接连接符 61">
                      <a:extLst>
                        <a:ext uri="{FF2B5EF4-FFF2-40B4-BE49-F238E27FC236}">
                          <a16:creationId xmlns:a16="http://schemas.microsoft.com/office/drawing/2014/main" id="{F5D3AB95-435D-4BAD-B193-5CED19BDD4A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52771" y="2629065"/>
                      <a:ext cx="0" cy="110960"/>
                    </a:xfrm>
                    <a:prstGeom prst="line">
                      <a:avLst/>
                    </a:prstGeom>
                    <a:ln w="12700" cap="rnd">
                      <a:solidFill>
                        <a:schemeClr val="bg1">
                          <a:lumMod val="75000"/>
                        </a:schemeClr>
                      </a:solidFill>
                      <a:round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3" name="直接连接符 62">
                      <a:extLst>
                        <a:ext uri="{FF2B5EF4-FFF2-40B4-BE49-F238E27FC236}">
                          <a16:creationId xmlns:a16="http://schemas.microsoft.com/office/drawing/2014/main" id="{FF10A24D-2DC9-4A3F-8BED-39FF4E7A7979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829765" y="2629065"/>
                      <a:ext cx="0" cy="110960"/>
                    </a:xfrm>
                    <a:prstGeom prst="line">
                      <a:avLst/>
                    </a:prstGeom>
                    <a:ln w="12700" cap="rnd">
                      <a:solidFill>
                        <a:schemeClr val="bg1">
                          <a:lumMod val="75000"/>
                        </a:schemeClr>
                      </a:solidFill>
                      <a:round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4" name="直接连接符 63">
                      <a:extLst>
                        <a:ext uri="{FF2B5EF4-FFF2-40B4-BE49-F238E27FC236}">
                          <a16:creationId xmlns:a16="http://schemas.microsoft.com/office/drawing/2014/main" id="{59C862AA-1354-4B82-BF33-A588CF8A593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906759" y="2629065"/>
                      <a:ext cx="0" cy="110960"/>
                    </a:xfrm>
                    <a:prstGeom prst="line">
                      <a:avLst/>
                    </a:prstGeom>
                    <a:ln w="12700" cap="rnd">
                      <a:solidFill>
                        <a:schemeClr val="bg1">
                          <a:lumMod val="75000"/>
                        </a:schemeClr>
                      </a:solidFill>
                      <a:round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5" name="直接连接符 64">
                      <a:extLst>
                        <a:ext uri="{FF2B5EF4-FFF2-40B4-BE49-F238E27FC236}">
                          <a16:creationId xmlns:a16="http://schemas.microsoft.com/office/drawing/2014/main" id="{2B6F5AE7-BE82-43DD-9D66-52D3AE432B8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983752" y="2629065"/>
                      <a:ext cx="0" cy="110960"/>
                    </a:xfrm>
                    <a:prstGeom prst="line">
                      <a:avLst/>
                    </a:prstGeom>
                    <a:ln w="12700" cap="rnd">
                      <a:solidFill>
                        <a:schemeClr val="bg1">
                          <a:lumMod val="75000"/>
                        </a:schemeClr>
                      </a:solidFill>
                      <a:round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55" name="组合 54">
                    <a:extLst>
                      <a:ext uri="{FF2B5EF4-FFF2-40B4-BE49-F238E27FC236}">
                        <a16:creationId xmlns:a16="http://schemas.microsoft.com/office/drawing/2014/main" id="{74599894-F621-45A6-A2D6-99516355ED54}"/>
                      </a:ext>
                    </a:extLst>
                  </p:cNvPr>
                  <p:cNvGrpSpPr/>
                  <p:nvPr/>
                </p:nvGrpSpPr>
                <p:grpSpPr>
                  <a:xfrm>
                    <a:off x="1060745" y="2628841"/>
                    <a:ext cx="307975" cy="228435"/>
                    <a:chOff x="675777" y="2629065"/>
                    <a:chExt cx="307975" cy="228435"/>
                  </a:xfrm>
                </p:grpSpPr>
                <p:cxnSp>
                  <p:nvCxnSpPr>
                    <p:cNvPr id="56" name="直接连接符 55">
                      <a:extLst>
                        <a:ext uri="{FF2B5EF4-FFF2-40B4-BE49-F238E27FC236}">
                          <a16:creationId xmlns:a16="http://schemas.microsoft.com/office/drawing/2014/main" id="{E3057282-815E-46E7-93A9-429EC10682DD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675777" y="2629065"/>
                      <a:ext cx="0" cy="228435"/>
                    </a:xfrm>
                    <a:prstGeom prst="line">
                      <a:avLst/>
                    </a:prstGeom>
                    <a:ln w="12700" cap="rnd">
                      <a:solidFill>
                        <a:schemeClr val="bg1">
                          <a:lumMod val="75000"/>
                        </a:schemeClr>
                      </a:solidFill>
                      <a:round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7" name="直接连接符 56">
                      <a:extLst>
                        <a:ext uri="{FF2B5EF4-FFF2-40B4-BE49-F238E27FC236}">
                          <a16:creationId xmlns:a16="http://schemas.microsoft.com/office/drawing/2014/main" id="{6D77AB18-2AA5-410D-9CBB-FA18BCFE460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52771" y="2629065"/>
                      <a:ext cx="0" cy="110960"/>
                    </a:xfrm>
                    <a:prstGeom prst="line">
                      <a:avLst/>
                    </a:prstGeom>
                    <a:ln w="12700" cap="rnd">
                      <a:solidFill>
                        <a:schemeClr val="bg1">
                          <a:lumMod val="75000"/>
                        </a:schemeClr>
                      </a:solidFill>
                      <a:round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8" name="直接连接符 57">
                      <a:extLst>
                        <a:ext uri="{FF2B5EF4-FFF2-40B4-BE49-F238E27FC236}">
                          <a16:creationId xmlns:a16="http://schemas.microsoft.com/office/drawing/2014/main" id="{9EAA9918-5961-4DFD-BB17-145EAE8883E2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829765" y="2629065"/>
                      <a:ext cx="0" cy="110960"/>
                    </a:xfrm>
                    <a:prstGeom prst="line">
                      <a:avLst/>
                    </a:prstGeom>
                    <a:ln w="12700" cap="rnd">
                      <a:solidFill>
                        <a:schemeClr val="bg1">
                          <a:lumMod val="75000"/>
                        </a:schemeClr>
                      </a:solidFill>
                      <a:round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9" name="直接连接符 58">
                      <a:extLst>
                        <a:ext uri="{FF2B5EF4-FFF2-40B4-BE49-F238E27FC236}">
                          <a16:creationId xmlns:a16="http://schemas.microsoft.com/office/drawing/2014/main" id="{7729D4B3-51C3-4B0B-94C0-35CCB841CE6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906759" y="2629065"/>
                      <a:ext cx="0" cy="110960"/>
                    </a:xfrm>
                    <a:prstGeom prst="line">
                      <a:avLst/>
                    </a:prstGeom>
                    <a:ln w="12700" cap="rnd">
                      <a:solidFill>
                        <a:schemeClr val="bg1">
                          <a:lumMod val="75000"/>
                        </a:schemeClr>
                      </a:solidFill>
                      <a:round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0" name="直接连接符 59">
                      <a:extLst>
                        <a:ext uri="{FF2B5EF4-FFF2-40B4-BE49-F238E27FC236}">
                          <a16:creationId xmlns:a16="http://schemas.microsoft.com/office/drawing/2014/main" id="{CB900651-181E-4481-96A8-8DCD6776D42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983752" y="2629065"/>
                      <a:ext cx="0" cy="110960"/>
                    </a:xfrm>
                    <a:prstGeom prst="line">
                      <a:avLst/>
                    </a:prstGeom>
                    <a:ln w="12700" cap="rnd">
                      <a:solidFill>
                        <a:schemeClr val="bg1">
                          <a:lumMod val="75000"/>
                        </a:schemeClr>
                      </a:solidFill>
                      <a:round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grpSp>
              <p:nvGrpSpPr>
                <p:cNvPr id="28" name="组合 27">
                  <a:extLst>
                    <a:ext uri="{FF2B5EF4-FFF2-40B4-BE49-F238E27FC236}">
                      <a16:creationId xmlns:a16="http://schemas.microsoft.com/office/drawing/2014/main" id="{951E3CE1-80D4-4AD3-BF3B-CBA64A682EB7}"/>
                    </a:ext>
                  </a:extLst>
                </p:cNvPr>
                <p:cNvGrpSpPr/>
                <p:nvPr/>
              </p:nvGrpSpPr>
              <p:grpSpPr>
                <a:xfrm>
                  <a:off x="2209302" y="2636581"/>
                  <a:ext cx="692943" cy="228659"/>
                  <a:chOff x="675777" y="2628841"/>
                  <a:chExt cx="692943" cy="228659"/>
                </a:xfrm>
              </p:grpSpPr>
              <p:grpSp>
                <p:nvGrpSpPr>
                  <p:cNvPr id="42" name="组合 41">
                    <a:extLst>
                      <a:ext uri="{FF2B5EF4-FFF2-40B4-BE49-F238E27FC236}">
                        <a16:creationId xmlns:a16="http://schemas.microsoft.com/office/drawing/2014/main" id="{C04DF7D8-FD6F-46CC-B8F8-15C6D6683301}"/>
                      </a:ext>
                    </a:extLst>
                  </p:cNvPr>
                  <p:cNvGrpSpPr/>
                  <p:nvPr/>
                </p:nvGrpSpPr>
                <p:grpSpPr>
                  <a:xfrm>
                    <a:off x="675777" y="2629065"/>
                    <a:ext cx="307975" cy="228435"/>
                    <a:chOff x="675777" y="2629065"/>
                    <a:chExt cx="307975" cy="228435"/>
                  </a:xfrm>
                </p:grpSpPr>
                <p:cxnSp>
                  <p:nvCxnSpPr>
                    <p:cNvPr id="49" name="直接连接符 48">
                      <a:extLst>
                        <a:ext uri="{FF2B5EF4-FFF2-40B4-BE49-F238E27FC236}">
                          <a16:creationId xmlns:a16="http://schemas.microsoft.com/office/drawing/2014/main" id="{5C8A76AD-0F0E-4C88-9EF7-8118142264D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675777" y="2629065"/>
                      <a:ext cx="0" cy="228435"/>
                    </a:xfrm>
                    <a:prstGeom prst="line">
                      <a:avLst/>
                    </a:prstGeom>
                    <a:ln w="12700" cap="rnd">
                      <a:solidFill>
                        <a:schemeClr val="bg1">
                          <a:lumMod val="75000"/>
                        </a:schemeClr>
                      </a:solidFill>
                      <a:round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0" name="直接连接符 49">
                      <a:extLst>
                        <a:ext uri="{FF2B5EF4-FFF2-40B4-BE49-F238E27FC236}">
                          <a16:creationId xmlns:a16="http://schemas.microsoft.com/office/drawing/2014/main" id="{6C75168C-E734-4791-BE5F-8245D2B8281E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52771" y="2629065"/>
                      <a:ext cx="0" cy="110960"/>
                    </a:xfrm>
                    <a:prstGeom prst="line">
                      <a:avLst/>
                    </a:prstGeom>
                    <a:ln w="12700" cap="rnd">
                      <a:solidFill>
                        <a:schemeClr val="bg1">
                          <a:lumMod val="75000"/>
                        </a:schemeClr>
                      </a:solidFill>
                      <a:round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1" name="直接连接符 50">
                      <a:extLst>
                        <a:ext uri="{FF2B5EF4-FFF2-40B4-BE49-F238E27FC236}">
                          <a16:creationId xmlns:a16="http://schemas.microsoft.com/office/drawing/2014/main" id="{D32EAEFB-032D-485E-A870-269747BCEB7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829765" y="2629065"/>
                      <a:ext cx="0" cy="110960"/>
                    </a:xfrm>
                    <a:prstGeom prst="line">
                      <a:avLst/>
                    </a:prstGeom>
                    <a:ln w="12700" cap="rnd">
                      <a:solidFill>
                        <a:schemeClr val="bg1">
                          <a:lumMod val="75000"/>
                        </a:schemeClr>
                      </a:solidFill>
                      <a:round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2" name="直接连接符 51">
                      <a:extLst>
                        <a:ext uri="{FF2B5EF4-FFF2-40B4-BE49-F238E27FC236}">
                          <a16:creationId xmlns:a16="http://schemas.microsoft.com/office/drawing/2014/main" id="{A7EA34F1-E264-41F2-B91E-2FB8E36D950C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906759" y="2629065"/>
                      <a:ext cx="0" cy="110960"/>
                    </a:xfrm>
                    <a:prstGeom prst="line">
                      <a:avLst/>
                    </a:prstGeom>
                    <a:ln w="12700" cap="rnd">
                      <a:solidFill>
                        <a:schemeClr val="bg1">
                          <a:lumMod val="75000"/>
                        </a:schemeClr>
                      </a:solidFill>
                      <a:round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3" name="直接连接符 52">
                      <a:extLst>
                        <a:ext uri="{FF2B5EF4-FFF2-40B4-BE49-F238E27FC236}">
                          <a16:creationId xmlns:a16="http://schemas.microsoft.com/office/drawing/2014/main" id="{C1E1FB2E-05BD-42A2-A454-ECE8F9ADD9CE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983752" y="2629065"/>
                      <a:ext cx="0" cy="110960"/>
                    </a:xfrm>
                    <a:prstGeom prst="line">
                      <a:avLst/>
                    </a:prstGeom>
                    <a:ln w="12700" cap="rnd">
                      <a:solidFill>
                        <a:schemeClr val="bg1">
                          <a:lumMod val="75000"/>
                        </a:schemeClr>
                      </a:solidFill>
                      <a:round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43" name="组合 42">
                    <a:extLst>
                      <a:ext uri="{FF2B5EF4-FFF2-40B4-BE49-F238E27FC236}">
                        <a16:creationId xmlns:a16="http://schemas.microsoft.com/office/drawing/2014/main" id="{3071E854-7BD9-4347-99D4-D53F91E78944}"/>
                      </a:ext>
                    </a:extLst>
                  </p:cNvPr>
                  <p:cNvGrpSpPr/>
                  <p:nvPr/>
                </p:nvGrpSpPr>
                <p:grpSpPr>
                  <a:xfrm>
                    <a:off x="1060745" y="2628841"/>
                    <a:ext cx="307975" cy="228435"/>
                    <a:chOff x="675777" y="2629065"/>
                    <a:chExt cx="307975" cy="228435"/>
                  </a:xfrm>
                </p:grpSpPr>
                <p:cxnSp>
                  <p:nvCxnSpPr>
                    <p:cNvPr id="44" name="直接连接符 43">
                      <a:extLst>
                        <a:ext uri="{FF2B5EF4-FFF2-40B4-BE49-F238E27FC236}">
                          <a16:creationId xmlns:a16="http://schemas.microsoft.com/office/drawing/2014/main" id="{8A2097FB-02DD-4B55-8F83-FECEFFD0353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675777" y="2629065"/>
                      <a:ext cx="0" cy="228435"/>
                    </a:xfrm>
                    <a:prstGeom prst="line">
                      <a:avLst/>
                    </a:prstGeom>
                    <a:ln w="12700" cap="rnd">
                      <a:solidFill>
                        <a:schemeClr val="bg1">
                          <a:lumMod val="75000"/>
                        </a:schemeClr>
                      </a:solidFill>
                      <a:round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5" name="直接连接符 44">
                      <a:extLst>
                        <a:ext uri="{FF2B5EF4-FFF2-40B4-BE49-F238E27FC236}">
                          <a16:creationId xmlns:a16="http://schemas.microsoft.com/office/drawing/2014/main" id="{03535D9F-8AF6-4901-BC9D-B39032818E6C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52771" y="2629065"/>
                      <a:ext cx="0" cy="110960"/>
                    </a:xfrm>
                    <a:prstGeom prst="line">
                      <a:avLst/>
                    </a:prstGeom>
                    <a:ln w="12700" cap="rnd">
                      <a:solidFill>
                        <a:schemeClr val="bg1">
                          <a:lumMod val="75000"/>
                        </a:schemeClr>
                      </a:solidFill>
                      <a:round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6" name="直接连接符 45">
                      <a:extLst>
                        <a:ext uri="{FF2B5EF4-FFF2-40B4-BE49-F238E27FC236}">
                          <a16:creationId xmlns:a16="http://schemas.microsoft.com/office/drawing/2014/main" id="{AC6D5FB2-0478-4125-BDFC-FB4CB2183B8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829765" y="2629065"/>
                      <a:ext cx="0" cy="110960"/>
                    </a:xfrm>
                    <a:prstGeom prst="line">
                      <a:avLst/>
                    </a:prstGeom>
                    <a:ln w="12700" cap="rnd">
                      <a:solidFill>
                        <a:schemeClr val="bg1">
                          <a:lumMod val="75000"/>
                        </a:schemeClr>
                      </a:solidFill>
                      <a:round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7" name="直接连接符 46">
                      <a:extLst>
                        <a:ext uri="{FF2B5EF4-FFF2-40B4-BE49-F238E27FC236}">
                          <a16:creationId xmlns:a16="http://schemas.microsoft.com/office/drawing/2014/main" id="{2717F3C0-C7E3-4F14-931C-A390A07CF5C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906759" y="2629065"/>
                      <a:ext cx="0" cy="110960"/>
                    </a:xfrm>
                    <a:prstGeom prst="line">
                      <a:avLst/>
                    </a:prstGeom>
                    <a:ln w="12700" cap="rnd">
                      <a:solidFill>
                        <a:schemeClr val="bg1">
                          <a:lumMod val="75000"/>
                        </a:schemeClr>
                      </a:solidFill>
                      <a:round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8" name="直接连接符 47">
                      <a:extLst>
                        <a:ext uri="{FF2B5EF4-FFF2-40B4-BE49-F238E27FC236}">
                          <a16:creationId xmlns:a16="http://schemas.microsoft.com/office/drawing/2014/main" id="{D230B997-BBA8-42D9-B7C7-93B26CE1FCD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983752" y="2629065"/>
                      <a:ext cx="0" cy="110960"/>
                    </a:xfrm>
                    <a:prstGeom prst="line">
                      <a:avLst/>
                    </a:prstGeom>
                    <a:ln w="12700" cap="rnd">
                      <a:solidFill>
                        <a:schemeClr val="bg1">
                          <a:lumMod val="75000"/>
                        </a:schemeClr>
                      </a:solidFill>
                      <a:round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grpSp>
              <p:nvGrpSpPr>
                <p:cNvPr id="29" name="组合 28">
                  <a:extLst>
                    <a:ext uri="{FF2B5EF4-FFF2-40B4-BE49-F238E27FC236}">
                      <a16:creationId xmlns:a16="http://schemas.microsoft.com/office/drawing/2014/main" id="{CEC75545-26A1-4BEF-AE20-062A835667F7}"/>
                    </a:ext>
                  </a:extLst>
                </p:cNvPr>
                <p:cNvGrpSpPr/>
                <p:nvPr/>
              </p:nvGrpSpPr>
              <p:grpSpPr>
                <a:xfrm>
                  <a:off x="2979238" y="2636581"/>
                  <a:ext cx="692943" cy="228659"/>
                  <a:chOff x="675777" y="2628841"/>
                  <a:chExt cx="692943" cy="228659"/>
                </a:xfrm>
              </p:grpSpPr>
              <p:grpSp>
                <p:nvGrpSpPr>
                  <p:cNvPr id="30" name="组合 29">
                    <a:extLst>
                      <a:ext uri="{FF2B5EF4-FFF2-40B4-BE49-F238E27FC236}">
                        <a16:creationId xmlns:a16="http://schemas.microsoft.com/office/drawing/2014/main" id="{257BCBB5-437B-4499-8406-C91221D02896}"/>
                      </a:ext>
                    </a:extLst>
                  </p:cNvPr>
                  <p:cNvGrpSpPr/>
                  <p:nvPr/>
                </p:nvGrpSpPr>
                <p:grpSpPr>
                  <a:xfrm>
                    <a:off x="675777" y="2629065"/>
                    <a:ext cx="307975" cy="228435"/>
                    <a:chOff x="675777" y="2629065"/>
                    <a:chExt cx="307975" cy="228435"/>
                  </a:xfrm>
                </p:grpSpPr>
                <p:cxnSp>
                  <p:nvCxnSpPr>
                    <p:cNvPr id="37" name="直接连接符 36">
                      <a:extLst>
                        <a:ext uri="{FF2B5EF4-FFF2-40B4-BE49-F238E27FC236}">
                          <a16:creationId xmlns:a16="http://schemas.microsoft.com/office/drawing/2014/main" id="{A442CCFC-D45F-4628-BCD9-B92E4B60935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675777" y="2629065"/>
                      <a:ext cx="0" cy="228435"/>
                    </a:xfrm>
                    <a:prstGeom prst="line">
                      <a:avLst/>
                    </a:prstGeom>
                    <a:ln w="12700" cap="rnd">
                      <a:solidFill>
                        <a:schemeClr val="bg1">
                          <a:lumMod val="75000"/>
                        </a:schemeClr>
                      </a:solidFill>
                      <a:round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8" name="直接连接符 37">
                      <a:extLst>
                        <a:ext uri="{FF2B5EF4-FFF2-40B4-BE49-F238E27FC236}">
                          <a16:creationId xmlns:a16="http://schemas.microsoft.com/office/drawing/2014/main" id="{E5E0CC24-213B-403F-B372-F95B3D39800D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52771" y="2629065"/>
                      <a:ext cx="0" cy="110960"/>
                    </a:xfrm>
                    <a:prstGeom prst="line">
                      <a:avLst/>
                    </a:prstGeom>
                    <a:ln w="12700" cap="rnd">
                      <a:solidFill>
                        <a:schemeClr val="bg1">
                          <a:lumMod val="75000"/>
                        </a:schemeClr>
                      </a:solidFill>
                      <a:round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9" name="直接连接符 38">
                      <a:extLst>
                        <a:ext uri="{FF2B5EF4-FFF2-40B4-BE49-F238E27FC236}">
                          <a16:creationId xmlns:a16="http://schemas.microsoft.com/office/drawing/2014/main" id="{2719FF42-9AA9-4590-A77C-59D2D0C9327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829765" y="2629065"/>
                      <a:ext cx="0" cy="110960"/>
                    </a:xfrm>
                    <a:prstGeom prst="line">
                      <a:avLst/>
                    </a:prstGeom>
                    <a:ln w="12700" cap="rnd">
                      <a:solidFill>
                        <a:schemeClr val="bg1">
                          <a:lumMod val="75000"/>
                        </a:schemeClr>
                      </a:solidFill>
                      <a:round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0" name="直接连接符 39">
                      <a:extLst>
                        <a:ext uri="{FF2B5EF4-FFF2-40B4-BE49-F238E27FC236}">
                          <a16:creationId xmlns:a16="http://schemas.microsoft.com/office/drawing/2014/main" id="{9BA8F59D-E4C2-4E04-9D93-00B46C4D69E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906759" y="2629065"/>
                      <a:ext cx="0" cy="110960"/>
                    </a:xfrm>
                    <a:prstGeom prst="line">
                      <a:avLst/>
                    </a:prstGeom>
                    <a:ln w="12700" cap="rnd">
                      <a:solidFill>
                        <a:schemeClr val="bg1">
                          <a:lumMod val="75000"/>
                        </a:schemeClr>
                      </a:solidFill>
                      <a:round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1" name="直接连接符 40">
                      <a:extLst>
                        <a:ext uri="{FF2B5EF4-FFF2-40B4-BE49-F238E27FC236}">
                          <a16:creationId xmlns:a16="http://schemas.microsoft.com/office/drawing/2014/main" id="{B8A956FE-7732-493D-83DB-AAF67E63FE2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983752" y="2629065"/>
                      <a:ext cx="0" cy="110960"/>
                    </a:xfrm>
                    <a:prstGeom prst="line">
                      <a:avLst/>
                    </a:prstGeom>
                    <a:ln w="12700" cap="rnd">
                      <a:solidFill>
                        <a:schemeClr val="bg1">
                          <a:lumMod val="75000"/>
                        </a:schemeClr>
                      </a:solidFill>
                      <a:round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31" name="组合 30">
                    <a:extLst>
                      <a:ext uri="{FF2B5EF4-FFF2-40B4-BE49-F238E27FC236}">
                        <a16:creationId xmlns:a16="http://schemas.microsoft.com/office/drawing/2014/main" id="{2D47BFA9-4C40-4A6D-978E-03C8D148D5AD}"/>
                      </a:ext>
                    </a:extLst>
                  </p:cNvPr>
                  <p:cNvGrpSpPr/>
                  <p:nvPr/>
                </p:nvGrpSpPr>
                <p:grpSpPr>
                  <a:xfrm>
                    <a:off x="1060745" y="2628841"/>
                    <a:ext cx="307975" cy="228435"/>
                    <a:chOff x="675777" y="2629065"/>
                    <a:chExt cx="307975" cy="228435"/>
                  </a:xfrm>
                </p:grpSpPr>
                <p:cxnSp>
                  <p:nvCxnSpPr>
                    <p:cNvPr id="32" name="直接连接符 31">
                      <a:extLst>
                        <a:ext uri="{FF2B5EF4-FFF2-40B4-BE49-F238E27FC236}">
                          <a16:creationId xmlns:a16="http://schemas.microsoft.com/office/drawing/2014/main" id="{F70B265F-B528-4054-ABF6-3E58CF6DD21D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675777" y="2629065"/>
                      <a:ext cx="0" cy="228435"/>
                    </a:xfrm>
                    <a:prstGeom prst="line">
                      <a:avLst/>
                    </a:prstGeom>
                    <a:ln w="12700" cap="rnd">
                      <a:solidFill>
                        <a:schemeClr val="bg1">
                          <a:lumMod val="75000"/>
                        </a:schemeClr>
                      </a:solidFill>
                      <a:round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3" name="直接连接符 32">
                      <a:extLst>
                        <a:ext uri="{FF2B5EF4-FFF2-40B4-BE49-F238E27FC236}">
                          <a16:creationId xmlns:a16="http://schemas.microsoft.com/office/drawing/2014/main" id="{18977809-9FA9-4567-AD31-974F6C9BFC6C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52771" y="2629065"/>
                      <a:ext cx="0" cy="110960"/>
                    </a:xfrm>
                    <a:prstGeom prst="line">
                      <a:avLst/>
                    </a:prstGeom>
                    <a:ln w="12700" cap="rnd">
                      <a:solidFill>
                        <a:schemeClr val="bg1">
                          <a:lumMod val="75000"/>
                        </a:schemeClr>
                      </a:solidFill>
                      <a:round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4" name="直接连接符 33">
                      <a:extLst>
                        <a:ext uri="{FF2B5EF4-FFF2-40B4-BE49-F238E27FC236}">
                          <a16:creationId xmlns:a16="http://schemas.microsoft.com/office/drawing/2014/main" id="{8BAD8400-71FA-4F14-B2E7-F5FB912744EE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829765" y="2629065"/>
                      <a:ext cx="0" cy="110960"/>
                    </a:xfrm>
                    <a:prstGeom prst="line">
                      <a:avLst/>
                    </a:prstGeom>
                    <a:ln w="12700" cap="rnd">
                      <a:solidFill>
                        <a:schemeClr val="bg1">
                          <a:lumMod val="75000"/>
                        </a:schemeClr>
                      </a:solidFill>
                      <a:round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5" name="直接连接符 34">
                      <a:extLst>
                        <a:ext uri="{FF2B5EF4-FFF2-40B4-BE49-F238E27FC236}">
                          <a16:creationId xmlns:a16="http://schemas.microsoft.com/office/drawing/2014/main" id="{C9CEE900-F979-4813-B1EA-9067935788B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906759" y="2629065"/>
                      <a:ext cx="0" cy="110960"/>
                    </a:xfrm>
                    <a:prstGeom prst="line">
                      <a:avLst/>
                    </a:prstGeom>
                    <a:ln w="12700" cap="rnd">
                      <a:solidFill>
                        <a:schemeClr val="bg1">
                          <a:lumMod val="75000"/>
                        </a:schemeClr>
                      </a:solidFill>
                      <a:round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6" name="直接连接符 35">
                      <a:extLst>
                        <a:ext uri="{FF2B5EF4-FFF2-40B4-BE49-F238E27FC236}">
                          <a16:creationId xmlns:a16="http://schemas.microsoft.com/office/drawing/2014/main" id="{55119041-1102-451D-8911-4DCB661C276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983752" y="2629065"/>
                      <a:ext cx="0" cy="110960"/>
                    </a:xfrm>
                    <a:prstGeom prst="line">
                      <a:avLst/>
                    </a:prstGeom>
                    <a:ln w="12700" cap="rnd">
                      <a:solidFill>
                        <a:schemeClr val="bg1">
                          <a:lumMod val="75000"/>
                        </a:schemeClr>
                      </a:solidFill>
                      <a:round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</p:grpSp>
        </p:grpSp>
        <p:grpSp>
          <p:nvGrpSpPr>
            <p:cNvPr id="130" name="组合 129">
              <a:extLst>
                <a:ext uri="{FF2B5EF4-FFF2-40B4-BE49-F238E27FC236}">
                  <a16:creationId xmlns:a16="http://schemas.microsoft.com/office/drawing/2014/main" id="{1A909C93-376A-4ACA-A735-DD300CE2D784}"/>
                </a:ext>
              </a:extLst>
            </p:cNvPr>
            <p:cNvGrpSpPr/>
            <p:nvPr/>
          </p:nvGrpSpPr>
          <p:grpSpPr>
            <a:xfrm>
              <a:off x="7026834" y="2273061"/>
              <a:ext cx="2996404" cy="228659"/>
              <a:chOff x="675777" y="2636581"/>
              <a:chExt cx="2996404" cy="228659"/>
            </a:xfrm>
          </p:grpSpPr>
          <p:grpSp>
            <p:nvGrpSpPr>
              <p:cNvPr id="131" name="组合 130">
                <a:extLst>
                  <a:ext uri="{FF2B5EF4-FFF2-40B4-BE49-F238E27FC236}">
                    <a16:creationId xmlns:a16="http://schemas.microsoft.com/office/drawing/2014/main" id="{52E249A3-FBB3-49FF-AE91-1CAA15C648D2}"/>
                  </a:ext>
                </a:extLst>
              </p:cNvPr>
              <p:cNvGrpSpPr/>
              <p:nvPr/>
            </p:nvGrpSpPr>
            <p:grpSpPr>
              <a:xfrm>
                <a:off x="675777" y="2636581"/>
                <a:ext cx="692943" cy="228659"/>
                <a:chOff x="675777" y="2628841"/>
                <a:chExt cx="692943" cy="228659"/>
              </a:xfrm>
            </p:grpSpPr>
            <p:grpSp>
              <p:nvGrpSpPr>
                <p:cNvPr id="171" name="组合 170">
                  <a:extLst>
                    <a:ext uri="{FF2B5EF4-FFF2-40B4-BE49-F238E27FC236}">
                      <a16:creationId xmlns:a16="http://schemas.microsoft.com/office/drawing/2014/main" id="{A9375AC8-7B17-44B2-B295-4862A5DAABA0}"/>
                    </a:ext>
                  </a:extLst>
                </p:cNvPr>
                <p:cNvGrpSpPr/>
                <p:nvPr/>
              </p:nvGrpSpPr>
              <p:grpSpPr>
                <a:xfrm>
                  <a:off x="675777" y="2629065"/>
                  <a:ext cx="307975" cy="228435"/>
                  <a:chOff x="675777" y="2629065"/>
                  <a:chExt cx="307975" cy="228435"/>
                </a:xfrm>
              </p:grpSpPr>
              <p:cxnSp>
                <p:nvCxnSpPr>
                  <p:cNvPr id="178" name="直接连接符 177">
                    <a:extLst>
                      <a:ext uri="{FF2B5EF4-FFF2-40B4-BE49-F238E27FC236}">
                        <a16:creationId xmlns:a16="http://schemas.microsoft.com/office/drawing/2014/main" id="{D70A103A-4414-4337-856C-F7846000BE4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75777" y="2629065"/>
                    <a:ext cx="0" cy="228435"/>
                  </a:xfrm>
                  <a:prstGeom prst="line">
                    <a:avLst/>
                  </a:prstGeom>
                  <a:ln w="12700" cap="rnd">
                    <a:solidFill>
                      <a:schemeClr val="bg1">
                        <a:lumMod val="75000"/>
                      </a:schemeClr>
                    </a:solidFill>
                    <a:round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9" name="直接连接符 178">
                    <a:extLst>
                      <a:ext uri="{FF2B5EF4-FFF2-40B4-BE49-F238E27FC236}">
                        <a16:creationId xmlns:a16="http://schemas.microsoft.com/office/drawing/2014/main" id="{46F4A993-AA44-4D9D-BD4D-E297D22FB29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52771" y="2629065"/>
                    <a:ext cx="0" cy="110960"/>
                  </a:xfrm>
                  <a:prstGeom prst="line">
                    <a:avLst/>
                  </a:prstGeom>
                  <a:ln w="12700" cap="rnd">
                    <a:solidFill>
                      <a:schemeClr val="bg1">
                        <a:lumMod val="75000"/>
                      </a:schemeClr>
                    </a:solidFill>
                    <a:round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0" name="直接连接符 179">
                    <a:extLst>
                      <a:ext uri="{FF2B5EF4-FFF2-40B4-BE49-F238E27FC236}">
                        <a16:creationId xmlns:a16="http://schemas.microsoft.com/office/drawing/2014/main" id="{B28161E1-6193-47C3-A28D-ED60543081C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829765" y="2629065"/>
                    <a:ext cx="0" cy="110960"/>
                  </a:xfrm>
                  <a:prstGeom prst="line">
                    <a:avLst/>
                  </a:prstGeom>
                  <a:ln w="12700" cap="rnd">
                    <a:solidFill>
                      <a:schemeClr val="bg1">
                        <a:lumMod val="75000"/>
                      </a:schemeClr>
                    </a:solidFill>
                    <a:round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1" name="直接连接符 180">
                    <a:extLst>
                      <a:ext uri="{FF2B5EF4-FFF2-40B4-BE49-F238E27FC236}">
                        <a16:creationId xmlns:a16="http://schemas.microsoft.com/office/drawing/2014/main" id="{2AE9D5A2-D8D6-4A93-B831-566D3983DAD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906759" y="2629065"/>
                    <a:ext cx="0" cy="110960"/>
                  </a:xfrm>
                  <a:prstGeom prst="line">
                    <a:avLst/>
                  </a:prstGeom>
                  <a:ln w="12700" cap="rnd">
                    <a:solidFill>
                      <a:schemeClr val="bg1">
                        <a:lumMod val="75000"/>
                      </a:schemeClr>
                    </a:solidFill>
                    <a:round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2" name="直接连接符 181">
                    <a:extLst>
                      <a:ext uri="{FF2B5EF4-FFF2-40B4-BE49-F238E27FC236}">
                        <a16:creationId xmlns:a16="http://schemas.microsoft.com/office/drawing/2014/main" id="{C62695B3-52DB-49D4-9AF7-25B33C0EC06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983752" y="2629065"/>
                    <a:ext cx="0" cy="110960"/>
                  </a:xfrm>
                  <a:prstGeom prst="line">
                    <a:avLst/>
                  </a:prstGeom>
                  <a:ln w="12700" cap="rnd">
                    <a:solidFill>
                      <a:schemeClr val="bg1">
                        <a:lumMod val="75000"/>
                      </a:schemeClr>
                    </a:solidFill>
                    <a:round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72" name="组合 171">
                  <a:extLst>
                    <a:ext uri="{FF2B5EF4-FFF2-40B4-BE49-F238E27FC236}">
                      <a16:creationId xmlns:a16="http://schemas.microsoft.com/office/drawing/2014/main" id="{BB53FB1A-0301-4977-B267-5DB60DDBF1DF}"/>
                    </a:ext>
                  </a:extLst>
                </p:cNvPr>
                <p:cNvGrpSpPr/>
                <p:nvPr/>
              </p:nvGrpSpPr>
              <p:grpSpPr>
                <a:xfrm>
                  <a:off x="1060745" y="2628841"/>
                  <a:ext cx="307975" cy="228435"/>
                  <a:chOff x="675777" y="2629065"/>
                  <a:chExt cx="307975" cy="228435"/>
                </a:xfrm>
              </p:grpSpPr>
              <p:cxnSp>
                <p:nvCxnSpPr>
                  <p:cNvPr id="173" name="直接连接符 172">
                    <a:extLst>
                      <a:ext uri="{FF2B5EF4-FFF2-40B4-BE49-F238E27FC236}">
                        <a16:creationId xmlns:a16="http://schemas.microsoft.com/office/drawing/2014/main" id="{0905911E-4FC0-4AD0-AF4C-71A14C26239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75777" y="2629065"/>
                    <a:ext cx="0" cy="228435"/>
                  </a:xfrm>
                  <a:prstGeom prst="line">
                    <a:avLst/>
                  </a:prstGeom>
                  <a:ln w="12700" cap="rnd">
                    <a:solidFill>
                      <a:schemeClr val="bg1">
                        <a:lumMod val="75000"/>
                      </a:schemeClr>
                    </a:solidFill>
                    <a:round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4" name="直接连接符 173">
                    <a:extLst>
                      <a:ext uri="{FF2B5EF4-FFF2-40B4-BE49-F238E27FC236}">
                        <a16:creationId xmlns:a16="http://schemas.microsoft.com/office/drawing/2014/main" id="{E59D6AF7-CBB9-450A-8471-65C92E23D21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52771" y="2629065"/>
                    <a:ext cx="0" cy="110960"/>
                  </a:xfrm>
                  <a:prstGeom prst="line">
                    <a:avLst/>
                  </a:prstGeom>
                  <a:ln w="12700" cap="rnd">
                    <a:solidFill>
                      <a:schemeClr val="bg1">
                        <a:lumMod val="75000"/>
                      </a:schemeClr>
                    </a:solidFill>
                    <a:round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5" name="直接连接符 174">
                    <a:extLst>
                      <a:ext uri="{FF2B5EF4-FFF2-40B4-BE49-F238E27FC236}">
                        <a16:creationId xmlns:a16="http://schemas.microsoft.com/office/drawing/2014/main" id="{4FC9E8C6-279D-420E-9A20-5E575B52081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829765" y="2629065"/>
                    <a:ext cx="0" cy="110960"/>
                  </a:xfrm>
                  <a:prstGeom prst="line">
                    <a:avLst/>
                  </a:prstGeom>
                  <a:ln w="12700" cap="rnd">
                    <a:solidFill>
                      <a:schemeClr val="bg1">
                        <a:lumMod val="75000"/>
                      </a:schemeClr>
                    </a:solidFill>
                    <a:round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6" name="直接连接符 175">
                    <a:extLst>
                      <a:ext uri="{FF2B5EF4-FFF2-40B4-BE49-F238E27FC236}">
                        <a16:creationId xmlns:a16="http://schemas.microsoft.com/office/drawing/2014/main" id="{511D4A3B-E963-4DB3-AB8B-D8076E8ADA8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906759" y="2629065"/>
                    <a:ext cx="0" cy="110960"/>
                  </a:xfrm>
                  <a:prstGeom prst="line">
                    <a:avLst/>
                  </a:prstGeom>
                  <a:ln w="12700" cap="rnd">
                    <a:solidFill>
                      <a:schemeClr val="bg1">
                        <a:lumMod val="75000"/>
                      </a:schemeClr>
                    </a:solidFill>
                    <a:round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7" name="直接连接符 176">
                    <a:extLst>
                      <a:ext uri="{FF2B5EF4-FFF2-40B4-BE49-F238E27FC236}">
                        <a16:creationId xmlns:a16="http://schemas.microsoft.com/office/drawing/2014/main" id="{19B63A91-D101-4BE6-A3FD-A83D16A9EFB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983752" y="2629065"/>
                    <a:ext cx="0" cy="110960"/>
                  </a:xfrm>
                  <a:prstGeom prst="line">
                    <a:avLst/>
                  </a:prstGeom>
                  <a:ln w="12700" cap="rnd">
                    <a:solidFill>
                      <a:schemeClr val="bg1">
                        <a:lumMod val="75000"/>
                      </a:schemeClr>
                    </a:solidFill>
                    <a:round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132" name="组合 131">
                <a:extLst>
                  <a:ext uri="{FF2B5EF4-FFF2-40B4-BE49-F238E27FC236}">
                    <a16:creationId xmlns:a16="http://schemas.microsoft.com/office/drawing/2014/main" id="{50E97F24-D21C-472E-A77A-E62D4C8978EC}"/>
                  </a:ext>
                </a:extLst>
              </p:cNvPr>
              <p:cNvGrpSpPr/>
              <p:nvPr/>
            </p:nvGrpSpPr>
            <p:grpSpPr>
              <a:xfrm>
                <a:off x="1445713" y="2636581"/>
                <a:ext cx="692943" cy="228659"/>
                <a:chOff x="675777" y="2628841"/>
                <a:chExt cx="692943" cy="228659"/>
              </a:xfrm>
            </p:grpSpPr>
            <p:grpSp>
              <p:nvGrpSpPr>
                <p:cNvPr id="159" name="组合 158">
                  <a:extLst>
                    <a:ext uri="{FF2B5EF4-FFF2-40B4-BE49-F238E27FC236}">
                      <a16:creationId xmlns:a16="http://schemas.microsoft.com/office/drawing/2014/main" id="{FEE6C550-D829-4EB5-98D9-255D9BF83C6F}"/>
                    </a:ext>
                  </a:extLst>
                </p:cNvPr>
                <p:cNvGrpSpPr/>
                <p:nvPr/>
              </p:nvGrpSpPr>
              <p:grpSpPr>
                <a:xfrm>
                  <a:off x="675777" y="2629065"/>
                  <a:ext cx="307975" cy="228435"/>
                  <a:chOff x="675777" y="2629065"/>
                  <a:chExt cx="307975" cy="228435"/>
                </a:xfrm>
              </p:grpSpPr>
              <p:cxnSp>
                <p:nvCxnSpPr>
                  <p:cNvPr id="166" name="直接连接符 165">
                    <a:extLst>
                      <a:ext uri="{FF2B5EF4-FFF2-40B4-BE49-F238E27FC236}">
                        <a16:creationId xmlns:a16="http://schemas.microsoft.com/office/drawing/2014/main" id="{1FC2F06B-D581-4907-9AF2-33A3329ABA7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75777" y="2629065"/>
                    <a:ext cx="0" cy="228435"/>
                  </a:xfrm>
                  <a:prstGeom prst="line">
                    <a:avLst/>
                  </a:prstGeom>
                  <a:ln w="12700" cap="rnd">
                    <a:solidFill>
                      <a:schemeClr val="bg1">
                        <a:lumMod val="75000"/>
                      </a:schemeClr>
                    </a:solidFill>
                    <a:round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7" name="直接连接符 166">
                    <a:extLst>
                      <a:ext uri="{FF2B5EF4-FFF2-40B4-BE49-F238E27FC236}">
                        <a16:creationId xmlns:a16="http://schemas.microsoft.com/office/drawing/2014/main" id="{7157025B-EB8C-4D83-A274-DD29B10147E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52771" y="2629065"/>
                    <a:ext cx="0" cy="110960"/>
                  </a:xfrm>
                  <a:prstGeom prst="line">
                    <a:avLst/>
                  </a:prstGeom>
                  <a:ln w="12700" cap="rnd">
                    <a:solidFill>
                      <a:schemeClr val="bg1">
                        <a:lumMod val="75000"/>
                      </a:schemeClr>
                    </a:solidFill>
                    <a:round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8" name="直接连接符 167">
                    <a:extLst>
                      <a:ext uri="{FF2B5EF4-FFF2-40B4-BE49-F238E27FC236}">
                        <a16:creationId xmlns:a16="http://schemas.microsoft.com/office/drawing/2014/main" id="{FD3E8B67-1462-45A5-9EE6-8E0AAF7D92D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829765" y="2629065"/>
                    <a:ext cx="0" cy="110960"/>
                  </a:xfrm>
                  <a:prstGeom prst="line">
                    <a:avLst/>
                  </a:prstGeom>
                  <a:ln w="12700" cap="rnd">
                    <a:solidFill>
                      <a:schemeClr val="bg1">
                        <a:lumMod val="75000"/>
                      </a:schemeClr>
                    </a:solidFill>
                    <a:round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9" name="直接连接符 168">
                    <a:extLst>
                      <a:ext uri="{FF2B5EF4-FFF2-40B4-BE49-F238E27FC236}">
                        <a16:creationId xmlns:a16="http://schemas.microsoft.com/office/drawing/2014/main" id="{86EE44FA-CAD7-4385-B94A-C64A2D0E586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906759" y="2629065"/>
                    <a:ext cx="0" cy="110960"/>
                  </a:xfrm>
                  <a:prstGeom prst="line">
                    <a:avLst/>
                  </a:prstGeom>
                  <a:ln w="12700" cap="rnd">
                    <a:solidFill>
                      <a:schemeClr val="bg1">
                        <a:lumMod val="75000"/>
                      </a:schemeClr>
                    </a:solidFill>
                    <a:round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0" name="直接连接符 169">
                    <a:extLst>
                      <a:ext uri="{FF2B5EF4-FFF2-40B4-BE49-F238E27FC236}">
                        <a16:creationId xmlns:a16="http://schemas.microsoft.com/office/drawing/2014/main" id="{29DFB781-8B73-4796-8BA4-E88B323A2EB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983752" y="2629065"/>
                    <a:ext cx="0" cy="110960"/>
                  </a:xfrm>
                  <a:prstGeom prst="line">
                    <a:avLst/>
                  </a:prstGeom>
                  <a:ln w="12700" cap="rnd">
                    <a:solidFill>
                      <a:schemeClr val="bg1">
                        <a:lumMod val="75000"/>
                      </a:schemeClr>
                    </a:solidFill>
                    <a:round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60" name="组合 159">
                  <a:extLst>
                    <a:ext uri="{FF2B5EF4-FFF2-40B4-BE49-F238E27FC236}">
                      <a16:creationId xmlns:a16="http://schemas.microsoft.com/office/drawing/2014/main" id="{A936E922-DDAD-4995-A576-2CDBBEDD4269}"/>
                    </a:ext>
                  </a:extLst>
                </p:cNvPr>
                <p:cNvGrpSpPr/>
                <p:nvPr/>
              </p:nvGrpSpPr>
              <p:grpSpPr>
                <a:xfrm>
                  <a:off x="1060745" y="2628841"/>
                  <a:ext cx="307975" cy="228435"/>
                  <a:chOff x="675777" y="2629065"/>
                  <a:chExt cx="307975" cy="228435"/>
                </a:xfrm>
              </p:grpSpPr>
              <p:cxnSp>
                <p:nvCxnSpPr>
                  <p:cNvPr id="161" name="直接连接符 160">
                    <a:extLst>
                      <a:ext uri="{FF2B5EF4-FFF2-40B4-BE49-F238E27FC236}">
                        <a16:creationId xmlns:a16="http://schemas.microsoft.com/office/drawing/2014/main" id="{B870DAF8-EF69-4900-AEE4-8C030FA452A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75777" y="2629065"/>
                    <a:ext cx="0" cy="228435"/>
                  </a:xfrm>
                  <a:prstGeom prst="line">
                    <a:avLst/>
                  </a:prstGeom>
                  <a:ln w="12700" cap="rnd">
                    <a:solidFill>
                      <a:schemeClr val="bg1">
                        <a:lumMod val="75000"/>
                      </a:schemeClr>
                    </a:solidFill>
                    <a:round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2" name="直接连接符 161">
                    <a:extLst>
                      <a:ext uri="{FF2B5EF4-FFF2-40B4-BE49-F238E27FC236}">
                        <a16:creationId xmlns:a16="http://schemas.microsoft.com/office/drawing/2014/main" id="{A984DD6F-08A7-40F9-83A6-ECBCF376F9A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52771" y="2629065"/>
                    <a:ext cx="0" cy="110960"/>
                  </a:xfrm>
                  <a:prstGeom prst="line">
                    <a:avLst/>
                  </a:prstGeom>
                  <a:ln w="12700" cap="rnd">
                    <a:solidFill>
                      <a:schemeClr val="bg1">
                        <a:lumMod val="75000"/>
                      </a:schemeClr>
                    </a:solidFill>
                    <a:round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3" name="直接连接符 162">
                    <a:extLst>
                      <a:ext uri="{FF2B5EF4-FFF2-40B4-BE49-F238E27FC236}">
                        <a16:creationId xmlns:a16="http://schemas.microsoft.com/office/drawing/2014/main" id="{68E427CC-EFC5-4095-8390-DCE51A80A87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829765" y="2629065"/>
                    <a:ext cx="0" cy="110960"/>
                  </a:xfrm>
                  <a:prstGeom prst="line">
                    <a:avLst/>
                  </a:prstGeom>
                  <a:ln w="12700" cap="rnd">
                    <a:solidFill>
                      <a:schemeClr val="bg1">
                        <a:lumMod val="75000"/>
                      </a:schemeClr>
                    </a:solidFill>
                    <a:round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4" name="直接连接符 163">
                    <a:extLst>
                      <a:ext uri="{FF2B5EF4-FFF2-40B4-BE49-F238E27FC236}">
                        <a16:creationId xmlns:a16="http://schemas.microsoft.com/office/drawing/2014/main" id="{E3043C68-9EDB-49EF-8072-CE848C7C6F3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906759" y="2629065"/>
                    <a:ext cx="0" cy="110960"/>
                  </a:xfrm>
                  <a:prstGeom prst="line">
                    <a:avLst/>
                  </a:prstGeom>
                  <a:ln w="12700" cap="rnd">
                    <a:solidFill>
                      <a:schemeClr val="bg1">
                        <a:lumMod val="75000"/>
                      </a:schemeClr>
                    </a:solidFill>
                    <a:round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5" name="直接连接符 164">
                    <a:extLst>
                      <a:ext uri="{FF2B5EF4-FFF2-40B4-BE49-F238E27FC236}">
                        <a16:creationId xmlns:a16="http://schemas.microsoft.com/office/drawing/2014/main" id="{C8ADA033-C3EF-4472-B33D-DFFEACE4371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983752" y="2629065"/>
                    <a:ext cx="0" cy="110960"/>
                  </a:xfrm>
                  <a:prstGeom prst="line">
                    <a:avLst/>
                  </a:prstGeom>
                  <a:ln w="12700" cap="rnd">
                    <a:solidFill>
                      <a:schemeClr val="bg1">
                        <a:lumMod val="75000"/>
                      </a:schemeClr>
                    </a:solidFill>
                    <a:round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133" name="组合 132">
                <a:extLst>
                  <a:ext uri="{FF2B5EF4-FFF2-40B4-BE49-F238E27FC236}">
                    <a16:creationId xmlns:a16="http://schemas.microsoft.com/office/drawing/2014/main" id="{D79BE4BA-3AA4-47B8-9F6F-0BEE75244EED}"/>
                  </a:ext>
                </a:extLst>
              </p:cNvPr>
              <p:cNvGrpSpPr/>
              <p:nvPr/>
            </p:nvGrpSpPr>
            <p:grpSpPr>
              <a:xfrm>
                <a:off x="2209302" y="2636581"/>
                <a:ext cx="692943" cy="228659"/>
                <a:chOff x="675777" y="2628841"/>
                <a:chExt cx="692943" cy="228659"/>
              </a:xfrm>
            </p:grpSpPr>
            <p:grpSp>
              <p:nvGrpSpPr>
                <p:cNvPr id="147" name="组合 146">
                  <a:extLst>
                    <a:ext uri="{FF2B5EF4-FFF2-40B4-BE49-F238E27FC236}">
                      <a16:creationId xmlns:a16="http://schemas.microsoft.com/office/drawing/2014/main" id="{86E9558D-73A4-48F1-AF03-FC244E7F5893}"/>
                    </a:ext>
                  </a:extLst>
                </p:cNvPr>
                <p:cNvGrpSpPr/>
                <p:nvPr/>
              </p:nvGrpSpPr>
              <p:grpSpPr>
                <a:xfrm>
                  <a:off x="675777" y="2629065"/>
                  <a:ext cx="307975" cy="228435"/>
                  <a:chOff x="675777" y="2629065"/>
                  <a:chExt cx="307975" cy="228435"/>
                </a:xfrm>
              </p:grpSpPr>
              <p:cxnSp>
                <p:nvCxnSpPr>
                  <p:cNvPr id="154" name="直接连接符 153">
                    <a:extLst>
                      <a:ext uri="{FF2B5EF4-FFF2-40B4-BE49-F238E27FC236}">
                        <a16:creationId xmlns:a16="http://schemas.microsoft.com/office/drawing/2014/main" id="{94BEA11F-5192-4E86-AC76-AA9366E6C05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75777" y="2629065"/>
                    <a:ext cx="0" cy="228435"/>
                  </a:xfrm>
                  <a:prstGeom prst="line">
                    <a:avLst/>
                  </a:prstGeom>
                  <a:ln w="12700" cap="rnd">
                    <a:solidFill>
                      <a:schemeClr val="bg1">
                        <a:lumMod val="75000"/>
                      </a:schemeClr>
                    </a:solidFill>
                    <a:round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5" name="直接连接符 154">
                    <a:extLst>
                      <a:ext uri="{FF2B5EF4-FFF2-40B4-BE49-F238E27FC236}">
                        <a16:creationId xmlns:a16="http://schemas.microsoft.com/office/drawing/2014/main" id="{690019DE-7AEC-4C0D-833E-0E454A8303D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52771" y="2629065"/>
                    <a:ext cx="0" cy="110960"/>
                  </a:xfrm>
                  <a:prstGeom prst="line">
                    <a:avLst/>
                  </a:prstGeom>
                  <a:ln w="12700" cap="rnd">
                    <a:solidFill>
                      <a:schemeClr val="bg1">
                        <a:lumMod val="75000"/>
                      </a:schemeClr>
                    </a:solidFill>
                    <a:round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6" name="直接连接符 155">
                    <a:extLst>
                      <a:ext uri="{FF2B5EF4-FFF2-40B4-BE49-F238E27FC236}">
                        <a16:creationId xmlns:a16="http://schemas.microsoft.com/office/drawing/2014/main" id="{CA33ADC9-D694-4D41-8A6B-702F35E77B9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829765" y="2629065"/>
                    <a:ext cx="0" cy="110960"/>
                  </a:xfrm>
                  <a:prstGeom prst="line">
                    <a:avLst/>
                  </a:prstGeom>
                  <a:ln w="12700" cap="rnd">
                    <a:solidFill>
                      <a:schemeClr val="bg1">
                        <a:lumMod val="75000"/>
                      </a:schemeClr>
                    </a:solidFill>
                    <a:round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7" name="直接连接符 156">
                    <a:extLst>
                      <a:ext uri="{FF2B5EF4-FFF2-40B4-BE49-F238E27FC236}">
                        <a16:creationId xmlns:a16="http://schemas.microsoft.com/office/drawing/2014/main" id="{44042B35-6470-4187-82AE-3D4ED6E3AB2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906759" y="2629065"/>
                    <a:ext cx="0" cy="110960"/>
                  </a:xfrm>
                  <a:prstGeom prst="line">
                    <a:avLst/>
                  </a:prstGeom>
                  <a:ln w="12700" cap="rnd">
                    <a:solidFill>
                      <a:schemeClr val="bg1">
                        <a:lumMod val="75000"/>
                      </a:schemeClr>
                    </a:solidFill>
                    <a:round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8" name="直接连接符 157">
                    <a:extLst>
                      <a:ext uri="{FF2B5EF4-FFF2-40B4-BE49-F238E27FC236}">
                        <a16:creationId xmlns:a16="http://schemas.microsoft.com/office/drawing/2014/main" id="{9D9F5723-0F06-44BD-A169-BED1A5F83E2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983752" y="2629065"/>
                    <a:ext cx="0" cy="110960"/>
                  </a:xfrm>
                  <a:prstGeom prst="line">
                    <a:avLst/>
                  </a:prstGeom>
                  <a:ln w="12700" cap="rnd">
                    <a:solidFill>
                      <a:schemeClr val="bg1">
                        <a:lumMod val="75000"/>
                      </a:schemeClr>
                    </a:solidFill>
                    <a:round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48" name="组合 147">
                  <a:extLst>
                    <a:ext uri="{FF2B5EF4-FFF2-40B4-BE49-F238E27FC236}">
                      <a16:creationId xmlns:a16="http://schemas.microsoft.com/office/drawing/2014/main" id="{705708D5-C4ED-4AE6-99AE-7DA082461799}"/>
                    </a:ext>
                  </a:extLst>
                </p:cNvPr>
                <p:cNvGrpSpPr/>
                <p:nvPr/>
              </p:nvGrpSpPr>
              <p:grpSpPr>
                <a:xfrm>
                  <a:off x="1060745" y="2628841"/>
                  <a:ext cx="307975" cy="228435"/>
                  <a:chOff x="675777" y="2629065"/>
                  <a:chExt cx="307975" cy="228435"/>
                </a:xfrm>
              </p:grpSpPr>
              <p:cxnSp>
                <p:nvCxnSpPr>
                  <p:cNvPr id="149" name="直接连接符 148">
                    <a:extLst>
                      <a:ext uri="{FF2B5EF4-FFF2-40B4-BE49-F238E27FC236}">
                        <a16:creationId xmlns:a16="http://schemas.microsoft.com/office/drawing/2014/main" id="{A9E7E45D-042F-4CBC-BB2E-BFF2B111466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75777" y="2629065"/>
                    <a:ext cx="0" cy="228435"/>
                  </a:xfrm>
                  <a:prstGeom prst="line">
                    <a:avLst/>
                  </a:prstGeom>
                  <a:ln w="12700" cap="rnd">
                    <a:solidFill>
                      <a:schemeClr val="bg1">
                        <a:lumMod val="75000"/>
                      </a:schemeClr>
                    </a:solidFill>
                    <a:round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0" name="直接连接符 149">
                    <a:extLst>
                      <a:ext uri="{FF2B5EF4-FFF2-40B4-BE49-F238E27FC236}">
                        <a16:creationId xmlns:a16="http://schemas.microsoft.com/office/drawing/2014/main" id="{7E219092-FD29-40BA-9131-4DBC2059486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52771" y="2629065"/>
                    <a:ext cx="0" cy="110960"/>
                  </a:xfrm>
                  <a:prstGeom prst="line">
                    <a:avLst/>
                  </a:prstGeom>
                  <a:ln w="12700" cap="rnd">
                    <a:solidFill>
                      <a:schemeClr val="bg1">
                        <a:lumMod val="75000"/>
                      </a:schemeClr>
                    </a:solidFill>
                    <a:round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1" name="直接连接符 150">
                    <a:extLst>
                      <a:ext uri="{FF2B5EF4-FFF2-40B4-BE49-F238E27FC236}">
                        <a16:creationId xmlns:a16="http://schemas.microsoft.com/office/drawing/2014/main" id="{FA6465F5-B2CD-46E0-8F9B-34C73F9A445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829765" y="2629065"/>
                    <a:ext cx="0" cy="110960"/>
                  </a:xfrm>
                  <a:prstGeom prst="line">
                    <a:avLst/>
                  </a:prstGeom>
                  <a:ln w="12700" cap="rnd">
                    <a:solidFill>
                      <a:schemeClr val="bg1">
                        <a:lumMod val="75000"/>
                      </a:schemeClr>
                    </a:solidFill>
                    <a:round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2" name="直接连接符 151">
                    <a:extLst>
                      <a:ext uri="{FF2B5EF4-FFF2-40B4-BE49-F238E27FC236}">
                        <a16:creationId xmlns:a16="http://schemas.microsoft.com/office/drawing/2014/main" id="{133B119F-7133-482C-A2BD-22072171CFE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906759" y="2629065"/>
                    <a:ext cx="0" cy="110960"/>
                  </a:xfrm>
                  <a:prstGeom prst="line">
                    <a:avLst/>
                  </a:prstGeom>
                  <a:ln w="12700" cap="rnd">
                    <a:solidFill>
                      <a:schemeClr val="bg1">
                        <a:lumMod val="75000"/>
                      </a:schemeClr>
                    </a:solidFill>
                    <a:round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3" name="直接连接符 152">
                    <a:extLst>
                      <a:ext uri="{FF2B5EF4-FFF2-40B4-BE49-F238E27FC236}">
                        <a16:creationId xmlns:a16="http://schemas.microsoft.com/office/drawing/2014/main" id="{3D2F0E31-7456-4B66-B7C3-A42B4CF8CB4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983752" y="2629065"/>
                    <a:ext cx="0" cy="110960"/>
                  </a:xfrm>
                  <a:prstGeom prst="line">
                    <a:avLst/>
                  </a:prstGeom>
                  <a:ln w="12700" cap="rnd">
                    <a:solidFill>
                      <a:schemeClr val="bg1">
                        <a:lumMod val="75000"/>
                      </a:schemeClr>
                    </a:solidFill>
                    <a:round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134" name="组合 133">
                <a:extLst>
                  <a:ext uri="{FF2B5EF4-FFF2-40B4-BE49-F238E27FC236}">
                    <a16:creationId xmlns:a16="http://schemas.microsoft.com/office/drawing/2014/main" id="{F17DAC2E-EAB3-477F-9489-A6A849D6509A}"/>
                  </a:ext>
                </a:extLst>
              </p:cNvPr>
              <p:cNvGrpSpPr/>
              <p:nvPr/>
            </p:nvGrpSpPr>
            <p:grpSpPr>
              <a:xfrm>
                <a:off x="2979238" y="2636581"/>
                <a:ext cx="692943" cy="228659"/>
                <a:chOff x="675777" y="2628841"/>
                <a:chExt cx="692943" cy="228659"/>
              </a:xfrm>
            </p:grpSpPr>
            <p:grpSp>
              <p:nvGrpSpPr>
                <p:cNvPr id="135" name="组合 134">
                  <a:extLst>
                    <a:ext uri="{FF2B5EF4-FFF2-40B4-BE49-F238E27FC236}">
                      <a16:creationId xmlns:a16="http://schemas.microsoft.com/office/drawing/2014/main" id="{677D0970-89C8-42F1-9ADC-993DD61A7C28}"/>
                    </a:ext>
                  </a:extLst>
                </p:cNvPr>
                <p:cNvGrpSpPr/>
                <p:nvPr/>
              </p:nvGrpSpPr>
              <p:grpSpPr>
                <a:xfrm>
                  <a:off x="675777" y="2629065"/>
                  <a:ext cx="307975" cy="228435"/>
                  <a:chOff x="675777" y="2629065"/>
                  <a:chExt cx="307975" cy="228435"/>
                </a:xfrm>
              </p:grpSpPr>
              <p:cxnSp>
                <p:nvCxnSpPr>
                  <p:cNvPr id="142" name="直接连接符 141">
                    <a:extLst>
                      <a:ext uri="{FF2B5EF4-FFF2-40B4-BE49-F238E27FC236}">
                        <a16:creationId xmlns:a16="http://schemas.microsoft.com/office/drawing/2014/main" id="{CBB64B0F-8F15-4908-92BA-573DF7B0546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75777" y="2629065"/>
                    <a:ext cx="0" cy="228435"/>
                  </a:xfrm>
                  <a:prstGeom prst="line">
                    <a:avLst/>
                  </a:prstGeom>
                  <a:ln w="12700" cap="rnd">
                    <a:solidFill>
                      <a:schemeClr val="bg1">
                        <a:lumMod val="75000"/>
                      </a:schemeClr>
                    </a:solidFill>
                    <a:round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3" name="直接连接符 142">
                    <a:extLst>
                      <a:ext uri="{FF2B5EF4-FFF2-40B4-BE49-F238E27FC236}">
                        <a16:creationId xmlns:a16="http://schemas.microsoft.com/office/drawing/2014/main" id="{72A3C0EA-35D6-4EF8-BDD6-B181ACD1B0C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52771" y="2629065"/>
                    <a:ext cx="0" cy="110960"/>
                  </a:xfrm>
                  <a:prstGeom prst="line">
                    <a:avLst/>
                  </a:prstGeom>
                  <a:ln w="12700" cap="rnd">
                    <a:solidFill>
                      <a:schemeClr val="bg1">
                        <a:lumMod val="75000"/>
                      </a:schemeClr>
                    </a:solidFill>
                    <a:round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4" name="直接连接符 143">
                    <a:extLst>
                      <a:ext uri="{FF2B5EF4-FFF2-40B4-BE49-F238E27FC236}">
                        <a16:creationId xmlns:a16="http://schemas.microsoft.com/office/drawing/2014/main" id="{42405CAF-C180-48A3-B554-D29095FA606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829765" y="2629065"/>
                    <a:ext cx="0" cy="110960"/>
                  </a:xfrm>
                  <a:prstGeom prst="line">
                    <a:avLst/>
                  </a:prstGeom>
                  <a:ln w="12700" cap="rnd">
                    <a:solidFill>
                      <a:schemeClr val="bg1">
                        <a:lumMod val="75000"/>
                      </a:schemeClr>
                    </a:solidFill>
                    <a:round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5" name="直接连接符 144">
                    <a:extLst>
                      <a:ext uri="{FF2B5EF4-FFF2-40B4-BE49-F238E27FC236}">
                        <a16:creationId xmlns:a16="http://schemas.microsoft.com/office/drawing/2014/main" id="{14DB6ECD-C62E-4311-9E11-F24FB32E099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906759" y="2629065"/>
                    <a:ext cx="0" cy="110960"/>
                  </a:xfrm>
                  <a:prstGeom prst="line">
                    <a:avLst/>
                  </a:prstGeom>
                  <a:ln w="12700" cap="rnd">
                    <a:solidFill>
                      <a:schemeClr val="bg1">
                        <a:lumMod val="75000"/>
                      </a:schemeClr>
                    </a:solidFill>
                    <a:round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6" name="直接连接符 145">
                    <a:extLst>
                      <a:ext uri="{FF2B5EF4-FFF2-40B4-BE49-F238E27FC236}">
                        <a16:creationId xmlns:a16="http://schemas.microsoft.com/office/drawing/2014/main" id="{D69FF570-4AA3-47A2-87AE-A0AB99FD71A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983752" y="2629065"/>
                    <a:ext cx="0" cy="110960"/>
                  </a:xfrm>
                  <a:prstGeom prst="line">
                    <a:avLst/>
                  </a:prstGeom>
                  <a:ln w="12700" cap="rnd">
                    <a:solidFill>
                      <a:schemeClr val="bg1">
                        <a:lumMod val="75000"/>
                      </a:schemeClr>
                    </a:solidFill>
                    <a:round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36" name="组合 135">
                  <a:extLst>
                    <a:ext uri="{FF2B5EF4-FFF2-40B4-BE49-F238E27FC236}">
                      <a16:creationId xmlns:a16="http://schemas.microsoft.com/office/drawing/2014/main" id="{BA08DB17-51F4-40AA-836E-23B36A9FA229}"/>
                    </a:ext>
                  </a:extLst>
                </p:cNvPr>
                <p:cNvGrpSpPr/>
                <p:nvPr/>
              </p:nvGrpSpPr>
              <p:grpSpPr>
                <a:xfrm>
                  <a:off x="1060745" y="2628841"/>
                  <a:ext cx="307975" cy="228435"/>
                  <a:chOff x="675777" y="2629065"/>
                  <a:chExt cx="307975" cy="228435"/>
                </a:xfrm>
              </p:grpSpPr>
              <p:cxnSp>
                <p:nvCxnSpPr>
                  <p:cNvPr id="137" name="直接连接符 136">
                    <a:extLst>
                      <a:ext uri="{FF2B5EF4-FFF2-40B4-BE49-F238E27FC236}">
                        <a16:creationId xmlns:a16="http://schemas.microsoft.com/office/drawing/2014/main" id="{50F96FA9-7277-4CAA-A16E-5D094FAF181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75777" y="2629065"/>
                    <a:ext cx="0" cy="228435"/>
                  </a:xfrm>
                  <a:prstGeom prst="line">
                    <a:avLst/>
                  </a:prstGeom>
                  <a:ln w="12700" cap="rnd">
                    <a:solidFill>
                      <a:schemeClr val="bg1">
                        <a:lumMod val="75000"/>
                      </a:schemeClr>
                    </a:solidFill>
                    <a:round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8" name="直接连接符 137">
                    <a:extLst>
                      <a:ext uri="{FF2B5EF4-FFF2-40B4-BE49-F238E27FC236}">
                        <a16:creationId xmlns:a16="http://schemas.microsoft.com/office/drawing/2014/main" id="{5C49453D-B220-4264-B1E9-09AB11320D7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52771" y="2629065"/>
                    <a:ext cx="0" cy="110960"/>
                  </a:xfrm>
                  <a:prstGeom prst="line">
                    <a:avLst/>
                  </a:prstGeom>
                  <a:ln w="12700" cap="rnd">
                    <a:solidFill>
                      <a:schemeClr val="bg1">
                        <a:lumMod val="75000"/>
                      </a:schemeClr>
                    </a:solidFill>
                    <a:round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9" name="直接连接符 138">
                    <a:extLst>
                      <a:ext uri="{FF2B5EF4-FFF2-40B4-BE49-F238E27FC236}">
                        <a16:creationId xmlns:a16="http://schemas.microsoft.com/office/drawing/2014/main" id="{5FA17714-346E-4CDC-ABA5-1D654C8FC06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829765" y="2629065"/>
                    <a:ext cx="0" cy="110960"/>
                  </a:xfrm>
                  <a:prstGeom prst="line">
                    <a:avLst/>
                  </a:prstGeom>
                  <a:ln w="12700" cap="rnd">
                    <a:solidFill>
                      <a:schemeClr val="bg1">
                        <a:lumMod val="75000"/>
                      </a:schemeClr>
                    </a:solidFill>
                    <a:round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0" name="直接连接符 139">
                    <a:extLst>
                      <a:ext uri="{FF2B5EF4-FFF2-40B4-BE49-F238E27FC236}">
                        <a16:creationId xmlns:a16="http://schemas.microsoft.com/office/drawing/2014/main" id="{2537AC9B-0475-4CE8-98F0-66050130807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906759" y="2629065"/>
                    <a:ext cx="0" cy="110960"/>
                  </a:xfrm>
                  <a:prstGeom prst="line">
                    <a:avLst/>
                  </a:prstGeom>
                  <a:ln w="12700" cap="rnd">
                    <a:solidFill>
                      <a:schemeClr val="bg1">
                        <a:lumMod val="75000"/>
                      </a:schemeClr>
                    </a:solidFill>
                    <a:round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1" name="直接连接符 140">
                    <a:extLst>
                      <a:ext uri="{FF2B5EF4-FFF2-40B4-BE49-F238E27FC236}">
                        <a16:creationId xmlns:a16="http://schemas.microsoft.com/office/drawing/2014/main" id="{54418CEB-71B1-446D-883D-8755726364F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983752" y="2629065"/>
                    <a:ext cx="0" cy="110960"/>
                  </a:xfrm>
                  <a:prstGeom prst="line">
                    <a:avLst/>
                  </a:prstGeom>
                  <a:ln w="12700" cap="rnd">
                    <a:solidFill>
                      <a:schemeClr val="bg1">
                        <a:lumMod val="75000"/>
                      </a:schemeClr>
                    </a:solidFill>
                    <a:round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  <p:grpSp>
          <p:nvGrpSpPr>
            <p:cNvPr id="183" name="组合 182">
              <a:extLst>
                <a:ext uri="{FF2B5EF4-FFF2-40B4-BE49-F238E27FC236}">
                  <a16:creationId xmlns:a16="http://schemas.microsoft.com/office/drawing/2014/main" id="{CB91B304-2C1F-4A7F-82E1-495C438DB021}"/>
                </a:ext>
              </a:extLst>
            </p:cNvPr>
            <p:cNvGrpSpPr/>
            <p:nvPr/>
          </p:nvGrpSpPr>
          <p:grpSpPr>
            <a:xfrm>
              <a:off x="10100233" y="2273061"/>
              <a:ext cx="692943" cy="228659"/>
              <a:chOff x="675777" y="2628841"/>
              <a:chExt cx="692943" cy="228659"/>
            </a:xfrm>
          </p:grpSpPr>
          <p:grpSp>
            <p:nvGrpSpPr>
              <p:cNvPr id="184" name="组合 183">
                <a:extLst>
                  <a:ext uri="{FF2B5EF4-FFF2-40B4-BE49-F238E27FC236}">
                    <a16:creationId xmlns:a16="http://schemas.microsoft.com/office/drawing/2014/main" id="{EE47573F-B263-4CEF-9FE4-2BC8829A0943}"/>
                  </a:ext>
                </a:extLst>
              </p:cNvPr>
              <p:cNvGrpSpPr/>
              <p:nvPr/>
            </p:nvGrpSpPr>
            <p:grpSpPr>
              <a:xfrm>
                <a:off x="675777" y="2629065"/>
                <a:ext cx="307975" cy="228435"/>
                <a:chOff x="675777" y="2629065"/>
                <a:chExt cx="307975" cy="228435"/>
              </a:xfrm>
            </p:grpSpPr>
            <p:cxnSp>
              <p:nvCxnSpPr>
                <p:cNvPr id="191" name="直接连接符 190">
                  <a:extLst>
                    <a:ext uri="{FF2B5EF4-FFF2-40B4-BE49-F238E27FC236}">
                      <a16:creationId xmlns:a16="http://schemas.microsoft.com/office/drawing/2014/main" id="{8F0B92ED-F8B6-4CA8-B4F9-3E62C730B57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75777" y="2629065"/>
                  <a:ext cx="0" cy="228435"/>
                </a:xfrm>
                <a:prstGeom prst="line">
                  <a:avLst/>
                </a:prstGeom>
                <a:ln w="12700" cap="rnd">
                  <a:solidFill>
                    <a:schemeClr val="bg1">
                      <a:lumMod val="7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2" name="直接连接符 191">
                  <a:extLst>
                    <a:ext uri="{FF2B5EF4-FFF2-40B4-BE49-F238E27FC236}">
                      <a16:creationId xmlns:a16="http://schemas.microsoft.com/office/drawing/2014/main" id="{90B4E89C-7CCD-4BD1-942B-4DE4DB81E36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52771" y="2629065"/>
                  <a:ext cx="0" cy="110960"/>
                </a:xfrm>
                <a:prstGeom prst="line">
                  <a:avLst/>
                </a:prstGeom>
                <a:ln w="12700" cap="rnd">
                  <a:solidFill>
                    <a:schemeClr val="bg1">
                      <a:lumMod val="7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3" name="直接连接符 192">
                  <a:extLst>
                    <a:ext uri="{FF2B5EF4-FFF2-40B4-BE49-F238E27FC236}">
                      <a16:creationId xmlns:a16="http://schemas.microsoft.com/office/drawing/2014/main" id="{9037D379-7FD3-40A5-A346-8D149BB99A2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29765" y="2629065"/>
                  <a:ext cx="0" cy="110960"/>
                </a:xfrm>
                <a:prstGeom prst="line">
                  <a:avLst/>
                </a:prstGeom>
                <a:ln w="12700" cap="rnd">
                  <a:solidFill>
                    <a:schemeClr val="bg1">
                      <a:lumMod val="7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4" name="直接连接符 193">
                  <a:extLst>
                    <a:ext uri="{FF2B5EF4-FFF2-40B4-BE49-F238E27FC236}">
                      <a16:creationId xmlns:a16="http://schemas.microsoft.com/office/drawing/2014/main" id="{F7756659-45AF-4717-B357-D24FBA7B9F5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06759" y="2629065"/>
                  <a:ext cx="0" cy="110960"/>
                </a:xfrm>
                <a:prstGeom prst="line">
                  <a:avLst/>
                </a:prstGeom>
                <a:ln w="12700" cap="rnd">
                  <a:solidFill>
                    <a:schemeClr val="bg1">
                      <a:lumMod val="7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5" name="直接连接符 194">
                  <a:extLst>
                    <a:ext uri="{FF2B5EF4-FFF2-40B4-BE49-F238E27FC236}">
                      <a16:creationId xmlns:a16="http://schemas.microsoft.com/office/drawing/2014/main" id="{C542ED8A-0BD1-4CB7-86C6-B4E43C7FC99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83752" y="2629065"/>
                  <a:ext cx="0" cy="110960"/>
                </a:xfrm>
                <a:prstGeom prst="line">
                  <a:avLst/>
                </a:prstGeom>
                <a:ln w="12700" cap="rnd">
                  <a:solidFill>
                    <a:schemeClr val="bg1">
                      <a:lumMod val="7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5" name="组合 184">
                <a:extLst>
                  <a:ext uri="{FF2B5EF4-FFF2-40B4-BE49-F238E27FC236}">
                    <a16:creationId xmlns:a16="http://schemas.microsoft.com/office/drawing/2014/main" id="{A3622AE8-E398-45B7-9937-44C4805C6FFF}"/>
                  </a:ext>
                </a:extLst>
              </p:cNvPr>
              <p:cNvGrpSpPr/>
              <p:nvPr/>
            </p:nvGrpSpPr>
            <p:grpSpPr>
              <a:xfrm>
                <a:off x="1060745" y="2628841"/>
                <a:ext cx="307975" cy="228435"/>
                <a:chOff x="675777" y="2629065"/>
                <a:chExt cx="307975" cy="228435"/>
              </a:xfrm>
            </p:grpSpPr>
            <p:cxnSp>
              <p:nvCxnSpPr>
                <p:cNvPr id="186" name="直接连接符 185">
                  <a:extLst>
                    <a:ext uri="{FF2B5EF4-FFF2-40B4-BE49-F238E27FC236}">
                      <a16:creationId xmlns:a16="http://schemas.microsoft.com/office/drawing/2014/main" id="{931DF0E5-3185-4479-ADAD-F28A8DC7A06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75777" y="2629065"/>
                  <a:ext cx="0" cy="228435"/>
                </a:xfrm>
                <a:prstGeom prst="line">
                  <a:avLst/>
                </a:prstGeom>
                <a:ln w="12700" cap="rnd">
                  <a:solidFill>
                    <a:schemeClr val="bg1">
                      <a:lumMod val="7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7" name="直接连接符 186">
                  <a:extLst>
                    <a:ext uri="{FF2B5EF4-FFF2-40B4-BE49-F238E27FC236}">
                      <a16:creationId xmlns:a16="http://schemas.microsoft.com/office/drawing/2014/main" id="{CCCF93FE-2A3C-47C4-9404-807B13C53D4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52771" y="2629065"/>
                  <a:ext cx="0" cy="110960"/>
                </a:xfrm>
                <a:prstGeom prst="line">
                  <a:avLst/>
                </a:prstGeom>
                <a:ln w="12700" cap="rnd">
                  <a:solidFill>
                    <a:schemeClr val="bg1">
                      <a:lumMod val="7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8" name="直接连接符 187">
                  <a:extLst>
                    <a:ext uri="{FF2B5EF4-FFF2-40B4-BE49-F238E27FC236}">
                      <a16:creationId xmlns:a16="http://schemas.microsoft.com/office/drawing/2014/main" id="{3D57156A-1DE4-46DD-ABAD-78FD88AEFD4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29765" y="2629065"/>
                  <a:ext cx="0" cy="110960"/>
                </a:xfrm>
                <a:prstGeom prst="line">
                  <a:avLst/>
                </a:prstGeom>
                <a:ln w="12700" cap="rnd">
                  <a:solidFill>
                    <a:schemeClr val="bg1">
                      <a:lumMod val="7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9" name="直接连接符 188">
                  <a:extLst>
                    <a:ext uri="{FF2B5EF4-FFF2-40B4-BE49-F238E27FC236}">
                      <a16:creationId xmlns:a16="http://schemas.microsoft.com/office/drawing/2014/main" id="{58B6C08A-9C58-4850-9CF7-6260FA86A42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06759" y="2629065"/>
                  <a:ext cx="0" cy="110960"/>
                </a:xfrm>
                <a:prstGeom prst="line">
                  <a:avLst/>
                </a:prstGeom>
                <a:ln w="12700" cap="rnd">
                  <a:solidFill>
                    <a:schemeClr val="bg1">
                      <a:lumMod val="7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0" name="直接连接符 189">
                  <a:extLst>
                    <a:ext uri="{FF2B5EF4-FFF2-40B4-BE49-F238E27FC236}">
                      <a16:creationId xmlns:a16="http://schemas.microsoft.com/office/drawing/2014/main" id="{663B4283-9174-4527-A932-1C6CEA2FC4B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83752" y="2629065"/>
                  <a:ext cx="0" cy="110960"/>
                </a:xfrm>
                <a:prstGeom prst="line">
                  <a:avLst/>
                </a:prstGeom>
                <a:ln w="12700" cap="rnd">
                  <a:solidFill>
                    <a:schemeClr val="bg1">
                      <a:lumMod val="7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96" name="组合 195">
              <a:extLst>
                <a:ext uri="{FF2B5EF4-FFF2-40B4-BE49-F238E27FC236}">
                  <a16:creationId xmlns:a16="http://schemas.microsoft.com/office/drawing/2014/main" id="{5436E42E-2F2E-4DA7-8225-4C68F66F3281}"/>
                </a:ext>
              </a:extLst>
            </p:cNvPr>
            <p:cNvGrpSpPr/>
            <p:nvPr/>
          </p:nvGrpSpPr>
          <p:grpSpPr>
            <a:xfrm>
              <a:off x="10870169" y="2273061"/>
              <a:ext cx="692943" cy="228659"/>
              <a:chOff x="675777" y="2628841"/>
              <a:chExt cx="692943" cy="228659"/>
            </a:xfrm>
          </p:grpSpPr>
          <p:grpSp>
            <p:nvGrpSpPr>
              <p:cNvPr id="197" name="组合 196">
                <a:extLst>
                  <a:ext uri="{FF2B5EF4-FFF2-40B4-BE49-F238E27FC236}">
                    <a16:creationId xmlns:a16="http://schemas.microsoft.com/office/drawing/2014/main" id="{70F786C8-3133-4529-A859-2335A2CAA590}"/>
                  </a:ext>
                </a:extLst>
              </p:cNvPr>
              <p:cNvGrpSpPr/>
              <p:nvPr/>
            </p:nvGrpSpPr>
            <p:grpSpPr>
              <a:xfrm>
                <a:off x="675777" y="2629065"/>
                <a:ext cx="307975" cy="228435"/>
                <a:chOff x="675777" y="2629065"/>
                <a:chExt cx="307975" cy="228435"/>
              </a:xfrm>
            </p:grpSpPr>
            <p:cxnSp>
              <p:nvCxnSpPr>
                <p:cNvPr id="204" name="直接连接符 203">
                  <a:extLst>
                    <a:ext uri="{FF2B5EF4-FFF2-40B4-BE49-F238E27FC236}">
                      <a16:creationId xmlns:a16="http://schemas.microsoft.com/office/drawing/2014/main" id="{C3A68FF5-909B-426E-BCF4-4532A39F515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75777" y="2629065"/>
                  <a:ext cx="0" cy="228435"/>
                </a:xfrm>
                <a:prstGeom prst="line">
                  <a:avLst/>
                </a:prstGeom>
                <a:ln w="12700" cap="rnd">
                  <a:solidFill>
                    <a:schemeClr val="bg1">
                      <a:lumMod val="7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5" name="直接连接符 204">
                  <a:extLst>
                    <a:ext uri="{FF2B5EF4-FFF2-40B4-BE49-F238E27FC236}">
                      <a16:creationId xmlns:a16="http://schemas.microsoft.com/office/drawing/2014/main" id="{E70DABD8-71C0-40F8-8A03-2DB3F32BAC3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52771" y="2629065"/>
                  <a:ext cx="0" cy="110960"/>
                </a:xfrm>
                <a:prstGeom prst="line">
                  <a:avLst/>
                </a:prstGeom>
                <a:ln w="12700" cap="rnd">
                  <a:solidFill>
                    <a:schemeClr val="bg1">
                      <a:lumMod val="7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6" name="直接连接符 205">
                  <a:extLst>
                    <a:ext uri="{FF2B5EF4-FFF2-40B4-BE49-F238E27FC236}">
                      <a16:creationId xmlns:a16="http://schemas.microsoft.com/office/drawing/2014/main" id="{95B77704-2E07-4F08-86F4-1404BA3311B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29765" y="2629065"/>
                  <a:ext cx="0" cy="110960"/>
                </a:xfrm>
                <a:prstGeom prst="line">
                  <a:avLst/>
                </a:prstGeom>
                <a:ln w="12700" cap="rnd">
                  <a:solidFill>
                    <a:schemeClr val="bg1">
                      <a:lumMod val="7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7" name="直接连接符 206">
                  <a:extLst>
                    <a:ext uri="{FF2B5EF4-FFF2-40B4-BE49-F238E27FC236}">
                      <a16:creationId xmlns:a16="http://schemas.microsoft.com/office/drawing/2014/main" id="{378BEC66-0B54-470F-9557-1C6769D3332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06759" y="2629065"/>
                  <a:ext cx="0" cy="110960"/>
                </a:xfrm>
                <a:prstGeom prst="line">
                  <a:avLst/>
                </a:prstGeom>
                <a:ln w="12700" cap="rnd">
                  <a:solidFill>
                    <a:schemeClr val="bg1">
                      <a:lumMod val="7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8" name="直接连接符 207">
                  <a:extLst>
                    <a:ext uri="{FF2B5EF4-FFF2-40B4-BE49-F238E27FC236}">
                      <a16:creationId xmlns:a16="http://schemas.microsoft.com/office/drawing/2014/main" id="{07EA07A3-A244-4CCC-93AC-7B0508B1C34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83752" y="2629065"/>
                  <a:ext cx="0" cy="110960"/>
                </a:xfrm>
                <a:prstGeom prst="line">
                  <a:avLst/>
                </a:prstGeom>
                <a:ln w="12700" cap="rnd">
                  <a:solidFill>
                    <a:schemeClr val="bg1">
                      <a:lumMod val="7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8" name="组合 197">
                <a:extLst>
                  <a:ext uri="{FF2B5EF4-FFF2-40B4-BE49-F238E27FC236}">
                    <a16:creationId xmlns:a16="http://schemas.microsoft.com/office/drawing/2014/main" id="{49B0EE68-CE39-4470-9805-B39EBCCC1E9E}"/>
                  </a:ext>
                </a:extLst>
              </p:cNvPr>
              <p:cNvGrpSpPr/>
              <p:nvPr/>
            </p:nvGrpSpPr>
            <p:grpSpPr>
              <a:xfrm>
                <a:off x="1060745" y="2628841"/>
                <a:ext cx="307975" cy="228435"/>
                <a:chOff x="675777" y="2629065"/>
                <a:chExt cx="307975" cy="228435"/>
              </a:xfrm>
            </p:grpSpPr>
            <p:cxnSp>
              <p:nvCxnSpPr>
                <p:cNvPr id="199" name="直接连接符 198">
                  <a:extLst>
                    <a:ext uri="{FF2B5EF4-FFF2-40B4-BE49-F238E27FC236}">
                      <a16:creationId xmlns:a16="http://schemas.microsoft.com/office/drawing/2014/main" id="{F2FCE20D-8DEF-4B6F-AA1A-DD09C74B5D1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75777" y="2629065"/>
                  <a:ext cx="0" cy="228435"/>
                </a:xfrm>
                <a:prstGeom prst="line">
                  <a:avLst/>
                </a:prstGeom>
                <a:ln w="12700" cap="rnd">
                  <a:solidFill>
                    <a:schemeClr val="bg1">
                      <a:lumMod val="7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0" name="直接连接符 199">
                  <a:extLst>
                    <a:ext uri="{FF2B5EF4-FFF2-40B4-BE49-F238E27FC236}">
                      <a16:creationId xmlns:a16="http://schemas.microsoft.com/office/drawing/2014/main" id="{C14F8635-55ED-47FC-A1FF-7DE3F546F28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52771" y="2629065"/>
                  <a:ext cx="0" cy="110960"/>
                </a:xfrm>
                <a:prstGeom prst="line">
                  <a:avLst/>
                </a:prstGeom>
                <a:ln w="12700" cap="rnd">
                  <a:solidFill>
                    <a:schemeClr val="bg1">
                      <a:lumMod val="7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1" name="直接连接符 200">
                  <a:extLst>
                    <a:ext uri="{FF2B5EF4-FFF2-40B4-BE49-F238E27FC236}">
                      <a16:creationId xmlns:a16="http://schemas.microsoft.com/office/drawing/2014/main" id="{D1255C02-7BD9-464B-B952-4A3C6472E5A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29765" y="2629065"/>
                  <a:ext cx="0" cy="110960"/>
                </a:xfrm>
                <a:prstGeom prst="line">
                  <a:avLst/>
                </a:prstGeom>
                <a:ln w="12700" cap="rnd">
                  <a:solidFill>
                    <a:schemeClr val="bg1">
                      <a:lumMod val="7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2" name="直接连接符 201">
                  <a:extLst>
                    <a:ext uri="{FF2B5EF4-FFF2-40B4-BE49-F238E27FC236}">
                      <a16:creationId xmlns:a16="http://schemas.microsoft.com/office/drawing/2014/main" id="{886AB03C-2814-4F6C-9EA8-4098ABB596D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06759" y="2629065"/>
                  <a:ext cx="0" cy="110960"/>
                </a:xfrm>
                <a:prstGeom prst="line">
                  <a:avLst/>
                </a:prstGeom>
                <a:ln w="12700" cap="rnd">
                  <a:solidFill>
                    <a:schemeClr val="bg1">
                      <a:lumMod val="7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3" name="直接连接符 202">
                  <a:extLst>
                    <a:ext uri="{FF2B5EF4-FFF2-40B4-BE49-F238E27FC236}">
                      <a16:creationId xmlns:a16="http://schemas.microsoft.com/office/drawing/2014/main" id="{E7CF2E8C-4FAB-47CB-A56B-694BEB06F32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83752" y="2629065"/>
                  <a:ext cx="0" cy="110960"/>
                </a:xfrm>
                <a:prstGeom prst="line">
                  <a:avLst/>
                </a:prstGeom>
                <a:ln w="12700" cap="rnd">
                  <a:solidFill>
                    <a:schemeClr val="bg1">
                      <a:lumMod val="7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12" name="矩形 11">
            <a:extLst>
              <a:ext uri="{FF2B5EF4-FFF2-40B4-BE49-F238E27FC236}">
                <a16:creationId xmlns:a16="http://schemas.microsoft.com/office/drawing/2014/main" id="{8DC971E6-78F1-2D23-54F0-7C86632F9D43}"/>
              </a:ext>
            </a:extLst>
          </p:cNvPr>
          <p:cNvSpPr/>
          <p:nvPr/>
        </p:nvSpPr>
        <p:spPr>
          <a:xfrm>
            <a:off x="2938305" y="2643912"/>
            <a:ext cx="203783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Math/Poly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</p:txBody>
      </p:sp>
      <p:cxnSp>
        <p:nvCxnSpPr>
          <p:cNvPr id="209" name="直接连接符 208">
            <a:extLst>
              <a:ext uri="{FF2B5EF4-FFF2-40B4-BE49-F238E27FC236}">
                <a16:creationId xmlns:a16="http://schemas.microsoft.com/office/drawing/2014/main" id="{9087EAA4-BF8E-E869-F110-0A1565CF60C7}"/>
              </a:ext>
            </a:extLst>
          </p:cNvPr>
          <p:cNvCxnSpPr>
            <a:cxnSpLocks/>
          </p:cNvCxnSpPr>
          <p:nvPr/>
        </p:nvCxnSpPr>
        <p:spPr>
          <a:xfrm>
            <a:off x="2956274" y="2669988"/>
            <a:ext cx="0" cy="374034"/>
          </a:xfrm>
          <a:prstGeom prst="line">
            <a:avLst/>
          </a:prstGeom>
          <a:ln w="12700" cap="rnd">
            <a:solidFill>
              <a:srgbClr val="A62038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0" name="矩形 209">
            <a:extLst>
              <a:ext uri="{FF2B5EF4-FFF2-40B4-BE49-F238E27FC236}">
                <a16:creationId xmlns:a16="http://schemas.microsoft.com/office/drawing/2014/main" id="{11DE5C3A-9C00-3C8F-A9BC-04A1E7EF2F9E}"/>
              </a:ext>
            </a:extLst>
          </p:cNvPr>
          <p:cNvSpPr/>
          <p:nvPr/>
        </p:nvSpPr>
        <p:spPr>
          <a:xfrm>
            <a:off x="7316810" y="2643912"/>
            <a:ext cx="203783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ML-KEM (FO) 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</p:txBody>
      </p:sp>
      <p:cxnSp>
        <p:nvCxnSpPr>
          <p:cNvPr id="212" name="直接连接符 211">
            <a:extLst>
              <a:ext uri="{FF2B5EF4-FFF2-40B4-BE49-F238E27FC236}">
                <a16:creationId xmlns:a16="http://schemas.microsoft.com/office/drawing/2014/main" id="{0C1F02B4-425F-1E87-01D6-C071BAC664F4}"/>
              </a:ext>
            </a:extLst>
          </p:cNvPr>
          <p:cNvCxnSpPr>
            <a:cxnSpLocks/>
          </p:cNvCxnSpPr>
          <p:nvPr/>
        </p:nvCxnSpPr>
        <p:spPr>
          <a:xfrm>
            <a:off x="7334779" y="2669988"/>
            <a:ext cx="0" cy="374034"/>
          </a:xfrm>
          <a:prstGeom prst="line">
            <a:avLst/>
          </a:prstGeom>
          <a:ln w="12700" cap="rnd">
            <a:solidFill>
              <a:srgbClr val="A62038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4" name="矩形 213">
            <a:extLst>
              <a:ext uri="{FF2B5EF4-FFF2-40B4-BE49-F238E27FC236}">
                <a16:creationId xmlns:a16="http://schemas.microsoft.com/office/drawing/2014/main" id="{D38C4B6E-DAE4-6A73-0DFB-9635D4484824}"/>
              </a:ext>
            </a:extLst>
          </p:cNvPr>
          <p:cNvSpPr/>
          <p:nvPr/>
        </p:nvSpPr>
        <p:spPr>
          <a:xfrm>
            <a:off x="5077084" y="2643912"/>
            <a:ext cx="203783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K-PKE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</p:txBody>
      </p:sp>
      <p:cxnSp>
        <p:nvCxnSpPr>
          <p:cNvPr id="216" name="直接连接符 215">
            <a:extLst>
              <a:ext uri="{FF2B5EF4-FFF2-40B4-BE49-F238E27FC236}">
                <a16:creationId xmlns:a16="http://schemas.microsoft.com/office/drawing/2014/main" id="{DBA594C6-2084-AAA9-8780-338B1913DDC3}"/>
              </a:ext>
            </a:extLst>
          </p:cNvPr>
          <p:cNvCxnSpPr>
            <a:cxnSpLocks/>
          </p:cNvCxnSpPr>
          <p:nvPr/>
        </p:nvCxnSpPr>
        <p:spPr>
          <a:xfrm>
            <a:off x="5095053" y="2669988"/>
            <a:ext cx="0" cy="374034"/>
          </a:xfrm>
          <a:prstGeom prst="line">
            <a:avLst/>
          </a:prstGeom>
          <a:ln w="12700" cap="rnd">
            <a:solidFill>
              <a:srgbClr val="A62038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8" name="矩形 217">
            <a:extLst>
              <a:ext uri="{FF2B5EF4-FFF2-40B4-BE49-F238E27FC236}">
                <a16:creationId xmlns:a16="http://schemas.microsoft.com/office/drawing/2014/main" id="{16C94F2D-6169-EA21-637C-9CB84272E52A}"/>
              </a:ext>
            </a:extLst>
          </p:cNvPr>
          <p:cNvSpPr/>
          <p:nvPr/>
        </p:nvSpPr>
        <p:spPr>
          <a:xfrm>
            <a:off x="9915132" y="2643912"/>
            <a:ext cx="203783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Public API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</p:txBody>
      </p:sp>
      <p:cxnSp>
        <p:nvCxnSpPr>
          <p:cNvPr id="219" name="直接连接符 218">
            <a:extLst>
              <a:ext uri="{FF2B5EF4-FFF2-40B4-BE49-F238E27FC236}">
                <a16:creationId xmlns:a16="http://schemas.microsoft.com/office/drawing/2014/main" id="{8F5AC660-1E4C-8F89-D394-7D3E7678BA37}"/>
              </a:ext>
            </a:extLst>
          </p:cNvPr>
          <p:cNvCxnSpPr>
            <a:cxnSpLocks/>
          </p:cNvCxnSpPr>
          <p:nvPr/>
        </p:nvCxnSpPr>
        <p:spPr>
          <a:xfrm>
            <a:off x="9933101" y="2669988"/>
            <a:ext cx="0" cy="374034"/>
          </a:xfrm>
          <a:prstGeom prst="line">
            <a:avLst/>
          </a:prstGeom>
          <a:ln w="12700" cap="rnd">
            <a:solidFill>
              <a:srgbClr val="A62038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3" name="文本框 222">
            <a:extLst>
              <a:ext uri="{FF2B5EF4-FFF2-40B4-BE49-F238E27FC236}">
                <a16:creationId xmlns:a16="http://schemas.microsoft.com/office/drawing/2014/main" id="{A5C475A7-DFBF-A808-C79A-4F85D6EB2519}"/>
              </a:ext>
            </a:extLst>
          </p:cNvPr>
          <p:cNvSpPr txBox="1"/>
          <p:nvPr/>
        </p:nvSpPr>
        <p:spPr>
          <a:xfrm>
            <a:off x="657347" y="1284738"/>
            <a:ext cx="10877308" cy="44083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1000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p"/>
            </a:pPr>
            <a:r>
              <a:rPr lang="en-US" altLang="zh-CN" sz="2400" b="1" dirty="0">
                <a:solidFill>
                  <a:schemeClr val="accent2">
                    <a:lumMod val="50000"/>
                  </a:schemeClr>
                </a:solidFill>
              </a:rPr>
              <a:t>Design Philosophy: </a:t>
            </a:r>
            <a:r>
              <a:rPr lang="en-US" altLang="zh-CN" sz="2400" dirty="0">
                <a:solidFill>
                  <a:schemeClr val="accent2">
                    <a:lumMod val="50000"/>
                  </a:schemeClr>
                </a:solidFill>
              </a:rPr>
              <a:t>Strict mapping to specification layers.</a:t>
            </a:r>
          </a:p>
          <a:p>
            <a:pPr marL="342900" indent="-342900">
              <a:lnSpc>
                <a:spcPct val="150000"/>
              </a:lnSpc>
              <a:spcBef>
                <a:spcPts val="1000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p"/>
            </a:pPr>
            <a:endParaRPr lang="en-US" altLang="zh-CN" sz="2400" dirty="0">
              <a:solidFill>
                <a:schemeClr val="accent2">
                  <a:lumMod val="50000"/>
                </a:schemeClr>
              </a:solidFill>
            </a:endParaRPr>
          </a:p>
          <a:p>
            <a:pPr marL="342900" indent="-342900">
              <a:lnSpc>
                <a:spcPct val="150000"/>
              </a:lnSpc>
              <a:spcBef>
                <a:spcPts val="1000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p"/>
            </a:pPr>
            <a:endParaRPr lang="en-US" altLang="zh-CN" sz="2400" dirty="0">
              <a:solidFill>
                <a:schemeClr val="accent2">
                  <a:lumMod val="50000"/>
                </a:schemeClr>
              </a:solidFill>
            </a:endParaRPr>
          </a:p>
          <a:p>
            <a:pPr marL="342900" indent="-342900">
              <a:lnSpc>
                <a:spcPct val="150000"/>
              </a:lnSpc>
              <a:spcBef>
                <a:spcPts val="1000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p"/>
            </a:pPr>
            <a:r>
              <a:rPr lang="en-US" altLang="zh-CN" sz="2400" b="1" dirty="0">
                <a:solidFill>
                  <a:schemeClr val="accent2">
                    <a:lumMod val="50000"/>
                  </a:schemeClr>
                </a:solidFill>
              </a:rPr>
              <a:t>Security Engineering:</a:t>
            </a:r>
          </a:p>
          <a:p>
            <a:pPr marL="800100" lvl="1" indent="-342900">
              <a:lnSpc>
                <a:spcPct val="150000"/>
              </a:lnSpc>
              <a:spcBef>
                <a:spcPts val="1000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p"/>
            </a:pPr>
            <a:r>
              <a:rPr lang="en-US" altLang="zh-CN" sz="2000" dirty="0">
                <a:solidFill>
                  <a:schemeClr val="accent2">
                    <a:lumMod val="50000"/>
                  </a:schemeClr>
                </a:solidFill>
              </a:rPr>
              <a:t>Constant-time operations for secret related paths (no timing leaks).</a:t>
            </a:r>
          </a:p>
          <a:p>
            <a:pPr marL="800100" lvl="1" indent="-342900">
              <a:lnSpc>
                <a:spcPct val="150000"/>
              </a:lnSpc>
              <a:spcBef>
                <a:spcPts val="1000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p"/>
            </a:pPr>
            <a:r>
              <a:rPr lang="en-US" altLang="zh-CN" sz="2000" dirty="0">
                <a:solidFill>
                  <a:schemeClr val="accent2">
                    <a:lumMod val="50000"/>
                  </a:schemeClr>
                </a:solidFill>
              </a:rPr>
              <a:t>Validated against deterministic Known Answer Tests (KATs).</a:t>
            </a:r>
          </a:p>
          <a:p>
            <a:pPr marL="800100" lvl="1" indent="-342900">
              <a:lnSpc>
                <a:spcPct val="150000"/>
              </a:lnSpc>
              <a:spcBef>
                <a:spcPts val="1000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p"/>
            </a:pPr>
            <a:r>
              <a:rPr lang="en-US" altLang="zh-CN" sz="2000">
                <a:solidFill>
                  <a:schemeClr val="accent2">
                    <a:lumMod val="50000"/>
                  </a:schemeClr>
                </a:solidFill>
              </a:rPr>
              <a:t>Zeroize </a:t>
            </a:r>
            <a:r>
              <a:rPr lang="en-US" altLang="zh-CN" sz="2000" dirty="0">
                <a:solidFill>
                  <a:schemeClr val="accent2">
                    <a:lumMod val="50000"/>
                  </a:schemeClr>
                </a:solidFill>
              </a:rPr>
              <a:t>temporary buffers after use to eliminate leakage from memory.</a:t>
            </a:r>
          </a:p>
        </p:txBody>
      </p:sp>
    </p:spTree>
    <p:extLst>
      <p:ext uri="{BB962C8B-B14F-4D97-AF65-F5344CB8AC3E}">
        <p14:creationId xmlns:p14="http://schemas.microsoft.com/office/powerpoint/2010/main" val="40567597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5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75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5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5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5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5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250"/>
                            </p:stCondLst>
                            <p:childTnLst>
                              <p:par>
                                <p:cTn id="3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5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5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500"/>
                            </p:stCondLst>
                            <p:childTnLst>
                              <p:par>
                                <p:cTn id="4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build="allAtOnce"/>
      <p:bldP spid="12" grpId="0"/>
      <p:bldP spid="210" grpId="0"/>
      <p:bldP spid="214" grpId="0"/>
      <p:bldP spid="21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0DFF653C-129E-4F6C-AF46-F03B27F70DC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 err="1"/>
              <a:t>Jkem</a:t>
            </a:r>
            <a:r>
              <a:rPr lang="en-US" altLang="zh-CN" dirty="0"/>
              <a:t> Performance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7D691191-B223-464D-8D19-89E04DB434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48644C6-89F0-466C-949F-E70AD72679A8}" type="slidenum">
              <a:rPr lang="zh-CN" altLang="en-US" smtClean="0"/>
              <a:pPr/>
              <a:t>13</a:t>
            </a:fld>
            <a:endParaRPr lang="zh-CN" altLang="en-US"/>
          </a:p>
        </p:txBody>
      </p:sp>
      <p:sp>
        <p:nvSpPr>
          <p:cNvPr id="23" name="矩形: 一个圆顶角，剪去另一个顶角 22">
            <a:extLst>
              <a:ext uri="{FF2B5EF4-FFF2-40B4-BE49-F238E27FC236}">
                <a16:creationId xmlns:a16="http://schemas.microsoft.com/office/drawing/2014/main" id="{E267FC08-7902-4209-83F0-C27033FC3814}"/>
              </a:ext>
            </a:extLst>
          </p:cNvPr>
          <p:cNvSpPr/>
          <p:nvPr/>
        </p:nvSpPr>
        <p:spPr>
          <a:xfrm rot="16200000">
            <a:off x="2399675" y="2386123"/>
            <a:ext cx="2208622" cy="5083333"/>
          </a:xfrm>
          <a:prstGeom prst="snipRoundRect">
            <a:avLst>
              <a:gd name="adj1" fmla="val 0"/>
              <a:gd name="adj2" fmla="val 0"/>
            </a:avLst>
          </a:prstGeom>
          <a:solidFill>
            <a:srgbClr val="E0CFBD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1" name="矩形: 一个圆顶角，剪去另一个顶角 20">
            <a:extLst>
              <a:ext uri="{FF2B5EF4-FFF2-40B4-BE49-F238E27FC236}">
                <a16:creationId xmlns:a16="http://schemas.microsoft.com/office/drawing/2014/main" id="{9231FE7B-44EE-4AFC-8B7C-9D8B970D3FE7}"/>
              </a:ext>
            </a:extLst>
          </p:cNvPr>
          <p:cNvSpPr/>
          <p:nvPr/>
        </p:nvSpPr>
        <p:spPr>
          <a:xfrm rot="16200000">
            <a:off x="7583703" y="87281"/>
            <a:ext cx="2208622" cy="5083333"/>
          </a:xfrm>
          <a:prstGeom prst="snipRoundRect">
            <a:avLst>
              <a:gd name="adj1" fmla="val 0"/>
              <a:gd name="adj2" fmla="val 0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4" name="image 1101">
            <a:extLst>
              <a:ext uri="{FF2B5EF4-FFF2-40B4-BE49-F238E27FC236}">
                <a16:creationId xmlns:a16="http://schemas.microsoft.com/office/drawing/2014/main" id="{2C3C1A76-1FEA-46B3-BC79-98A19EC8CE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62319" y="1624124"/>
            <a:ext cx="5083334" cy="2009647"/>
          </a:xfrm>
          <a:prstGeom prst="rect">
            <a:avLst/>
          </a:prstGeom>
        </p:spPr>
      </p:pic>
      <p:sp>
        <p:nvSpPr>
          <p:cNvPr id="8" name="Object 1105">
            <a:extLst>
              <a:ext uri="{FF2B5EF4-FFF2-40B4-BE49-F238E27FC236}">
                <a16:creationId xmlns:a16="http://schemas.microsoft.com/office/drawing/2014/main" id="{5D44D0AE-EBC9-46CC-A9B0-B88017C3F287}"/>
              </a:ext>
            </a:extLst>
          </p:cNvPr>
          <p:cNvSpPr txBox="1"/>
          <p:nvPr/>
        </p:nvSpPr>
        <p:spPr>
          <a:xfrm>
            <a:off x="6454892" y="1905515"/>
            <a:ext cx="3098662" cy="435208"/>
          </a:xfrm>
          <a:prstGeom prst="rect">
            <a:avLst/>
          </a:prstGeom>
        </p:spPr>
        <p:txBody>
          <a:bodyPr vert="horz" rtlCol="0" anchor="ctr" anchorCtr="0">
            <a:noAutofit/>
          </a:bodyPr>
          <a:lstStyle/>
          <a:p>
            <a:pPr>
              <a:lnSpc>
                <a:spcPct val="150000"/>
              </a:lnSpc>
              <a:spcBef>
                <a:spcPts val="1000"/>
              </a:spcBef>
              <a:buClr>
                <a:schemeClr val="accent1">
                  <a:lumMod val="75000"/>
                </a:schemeClr>
              </a:buClr>
            </a:pPr>
            <a:r>
              <a:rPr lang="en-US" altLang="zh-CN" sz="2800" b="1" dirty="0">
                <a:solidFill>
                  <a:schemeClr val="accent2">
                    <a:lumMod val="50000"/>
                  </a:schemeClr>
                </a:solidFill>
              </a:rPr>
              <a:t>Performance:</a:t>
            </a:r>
            <a:endParaRPr lang="zh-CN" altLang="en-US" sz="28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9" name="Object 1106">
            <a:extLst>
              <a:ext uri="{FF2B5EF4-FFF2-40B4-BE49-F238E27FC236}">
                <a16:creationId xmlns:a16="http://schemas.microsoft.com/office/drawing/2014/main" id="{C8D5D9F4-A698-4C90-8605-43A64022B928}"/>
              </a:ext>
            </a:extLst>
          </p:cNvPr>
          <p:cNvSpPr txBox="1"/>
          <p:nvPr/>
        </p:nvSpPr>
        <p:spPr>
          <a:xfrm>
            <a:off x="6472785" y="2519028"/>
            <a:ext cx="4472440" cy="909972"/>
          </a:xfrm>
          <a:prstGeom prst="rect">
            <a:avLst/>
          </a:prstGeom>
        </p:spPr>
        <p:txBody>
          <a:bodyPr vert="horz" rtlCol="0" anchor="ctr" anchorCtr="0">
            <a:noAutofit/>
          </a:bodyPr>
          <a:lstStyle/>
          <a:p>
            <a:pPr algn="l"/>
            <a:r>
              <a:rPr lang="en-US" altLang="zh-CN" b="0" i="0" dirty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Sufficient for empirical benchmarking against baseline DH limits.</a:t>
            </a:r>
            <a:endParaRPr lang="zh-CN" altLang="en-US" sz="1000" dirty="0">
              <a:solidFill>
                <a:schemeClr val="bg1">
                  <a:lumMod val="6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2" name="Object 1109">
            <a:extLst>
              <a:ext uri="{FF2B5EF4-FFF2-40B4-BE49-F238E27FC236}">
                <a16:creationId xmlns:a16="http://schemas.microsoft.com/office/drawing/2014/main" id="{2D1F2D05-0BD3-492B-B850-A0EEDC6E0658}"/>
              </a:ext>
            </a:extLst>
          </p:cNvPr>
          <p:cNvSpPr txBox="1"/>
          <p:nvPr/>
        </p:nvSpPr>
        <p:spPr>
          <a:xfrm>
            <a:off x="6841262" y="4397559"/>
            <a:ext cx="3098662" cy="435208"/>
          </a:xfrm>
          <a:prstGeom prst="rect">
            <a:avLst/>
          </a:prstGeom>
        </p:spPr>
        <p:txBody>
          <a:bodyPr vert="horz" rtlCol="0" anchor="ctr" anchorCtr="0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2800" b="0" i="0" dirty="0">
                <a:solidFill>
                  <a:schemeClr val="bg1"/>
                </a:solidFill>
                <a:latin typeface="+mj-ea"/>
                <a:ea typeface="+mj-ea"/>
              </a:rPr>
              <a:t>填写副标题</a:t>
            </a:r>
            <a:endParaRPr lang="zh-CN" altLang="en-US" sz="10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pic>
        <p:nvPicPr>
          <p:cNvPr id="10" name="image 1101">
            <a:extLst>
              <a:ext uri="{FF2B5EF4-FFF2-40B4-BE49-F238E27FC236}">
                <a16:creationId xmlns:a16="http://schemas.microsoft.com/office/drawing/2014/main" id="{992C5505-2161-4F17-EF55-7DEC98F865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67338" y="3929868"/>
            <a:ext cx="5083334" cy="1995842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1E52EB4B-07DA-4D4F-4BBB-F64376B77A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319" y="4042986"/>
            <a:ext cx="5128159" cy="1769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1451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F84469-3C06-C0EA-BD7B-EDE373D63D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987E9E81-2D10-DCCD-296C-544A043DC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altLang="zh-CN" dirty="0"/>
              <a:t>Personal Insights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FB3B2A7-87E8-420D-66F9-CE9915FF599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defTabSz="457200">
              <a:lnSpc>
                <a:spcPct val="125000"/>
              </a:lnSpc>
            </a:pPr>
            <a:r>
              <a:rPr lang="en-US" altLang="zh-CN" sz="1800" dirty="0"/>
              <a:t>Challenges and Future, and also, our Personal Insights.</a:t>
            </a:r>
            <a:endParaRPr lang="zh-CN" altLang="en-US" sz="18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845696E-FA71-90C0-9BFC-94C1CC1C3D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48644C6-89F0-466C-949F-E70AD72679A8}" type="slidenum">
              <a:rPr lang="zh-CN" altLang="en-US" smtClean="0"/>
              <a:pPr/>
              <a:t>14</a:t>
            </a:fld>
            <a:endParaRPr lang="zh-CN" altLang="en-US"/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847850AE-5543-0A48-2E8C-4D88528450B2}"/>
              </a:ext>
            </a:extLst>
          </p:cNvPr>
          <p:cNvCxnSpPr>
            <a:cxnSpLocks/>
          </p:cNvCxnSpPr>
          <p:nvPr/>
        </p:nvCxnSpPr>
        <p:spPr>
          <a:xfrm>
            <a:off x="1155223" y="1859603"/>
            <a:ext cx="116664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bject 602">
            <a:extLst>
              <a:ext uri="{FF2B5EF4-FFF2-40B4-BE49-F238E27FC236}">
                <a16:creationId xmlns:a16="http://schemas.microsoft.com/office/drawing/2014/main" id="{BADBE608-26B1-1772-506E-7DE0AF956547}"/>
              </a:ext>
            </a:extLst>
          </p:cNvPr>
          <p:cNvSpPr txBox="1"/>
          <p:nvPr/>
        </p:nvSpPr>
        <p:spPr>
          <a:xfrm>
            <a:off x="342900" y="862931"/>
            <a:ext cx="3408525" cy="2107268"/>
          </a:xfrm>
          <a:prstGeom prst="rect">
            <a:avLst/>
          </a:prstGeom>
        </p:spPr>
        <p:txBody>
          <a:bodyPr vert="horz" rtlCol="0" anchor="t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zh-CN" sz="13100" b="1" i="0" dirty="0">
                <a:gradFill flip="none" rotWithShape="1">
                  <a:gsLst>
                    <a:gs pos="0">
                      <a:srgbClr val="D7C1A9"/>
                    </a:gs>
                    <a:gs pos="74418">
                      <a:srgbClr val="D7C1A9">
                        <a:alpha val="0"/>
                      </a:srgbClr>
                    </a:gs>
                  </a:gsLst>
                  <a:lin ang="5400000"/>
                </a:gradFill>
                <a:latin typeface="+mj-ea"/>
                <a:ea typeface="+mj-ea"/>
              </a:rPr>
              <a:t>0</a:t>
            </a:r>
            <a:r>
              <a:rPr lang="en-US" altLang="zh-CN" sz="13100" b="1" dirty="0">
                <a:gradFill flip="none" rotWithShape="1">
                  <a:gsLst>
                    <a:gs pos="0">
                      <a:srgbClr val="D7C1A9"/>
                    </a:gs>
                    <a:gs pos="74418">
                      <a:srgbClr val="D7C1A9">
                        <a:alpha val="0"/>
                      </a:srgbClr>
                    </a:gs>
                  </a:gsLst>
                  <a:lin ang="5400000"/>
                </a:gradFill>
                <a:latin typeface="+mj-ea"/>
                <a:ea typeface="+mj-ea"/>
              </a:rPr>
              <a:t>4</a:t>
            </a:r>
            <a:endParaRPr lang="zh-CN" altLang="en-US" sz="1000" b="1" dirty="0">
              <a:latin typeface="+mj-ea"/>
              <a:ea typeface="+mj-ea"/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396BA03C-CBB8-F54D-53FE-6D0132568925}"/>
              </a:ext>
            </a:extLst>
          </p:cNvPr>
          <p:cNvSpPr/>
          <p:nvPr/>
        </p:nvSpPr>
        <p:spPr>
          <a:xfrm>
            <a:off x="807085" y="2801162"/>
            <a:ext cx="48019" cy="845952"/>
          </a:xfrm>
          <a:prstGeom prst="roundRect">
            <a:avLst>
              <a:gd name="adj" fmla="val 50000"/>
            </a:avLst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06757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一个圆顶角，剪去另一个顶角 1">
            <a:extLst>
              <a:ext uri="{FF2B5EF4-FFF2-40B4-BE49-F238E27FC236}">
                <a16:creationId xmlns:a16="http://schemas.microsoft.com/office/drawing/2014/main" id="{EEC52030-8E31-4C92-A9C9-01B4FB672642}"/>
              </a:ext>
            </a:extLst>
          </p:cNvPr>
          <p:cNvSpPr/>
          <p:nvPr/>
        </p:nvSpPr>
        <p:spPr>
          <a:xfrm rot="16200000">
            <a:off x="2364381" y="95088"/>
            <a:ext cx="4193559" cy="6967923"/>
          </a:xfrm>
          <a:prstGeom prst="snipRoundRect">
            <a:avLst>
              <a:gd name="adj1" fmla="val 9702"/>
              <a:gd name="adj2" fmla="val 0"/>
            </a:avLst>
          </a:prstGeom>
          <a:solidFill>
            <a:srgbClr val="A620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ED2B9618-0F02-4986-9C1F-FEEFD7BD44BE}"/>
              </a:ext>
            </a:extLst>
          </p:cNvPr>
          <p:cNvSpPr/>
          <p:nvPr/>
        </p:nvSpPr>
        <p:spPr>
          <a:xfrm>
            <a:off x="8101971" y="1482273"/>
            <a:ext cx="3246214" cy="420202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EDCC2CC-B76B-4022-ACC7-D5068410D5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Challenges &amp; Future - Real-world Protocols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2EB3A639-B8F2-418B-A9AD-06673BD0AD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48644C6-89F0-466C-949F-E70AD72679A8}" type="slidenum">
              <a:rPr lang="zh-CN" altLang="en-US" smtClean="0"/>
              <a:pPr/>
              <a:t>15</a:t>
            </a:fld>
            <a:endParaRPr lang="zh-CN" altLang="en-US"/>
          </a:p>
        </p:txBody>
      </p:sp>
      <p:sp>
        <p:nvSpPr>
          <p:cNvPr id="9" name="Object 404">
            <a:extLst>
              <a:ext uri="{FF2B5EF4-FFF2-40B4-BE49-F238E27FC236}">
                <a16:creationId xmlns:a16="http://schemas.microsoft.com/office/drawing/2014/main" id="{EC5FE174-2B51-485D-BEC3-CA01C0D80A91}"/>
              </a:ext>
            </a:extLst>
          </p:cNvPr>
          <p:cNvSpPr txBox="1"/>
          <p:nvPr/>
        </p:nvSpPr>
        <p:spPr>
          <a:xfrm>
            <a:off x="1271478" y="2347720"/>
            <a:ext cx="6491739" cy="3628198"/>
          </a:xfrm>
          <a:prstGeom prst="rect">
            <a:avLst/>
          </a:prstGeom>
        </p:spPr>
        <p:txBody>
          <a:bodyPr vert="horz" rtlCol="0" anchor="t" anchorCtr="0">
            <a:no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2000" b="1" i="0" dirty="0">
                <a:solidFill>
                  <a:srgbClr val="FFFFFF"/>
                </a:solidFill>
                <a:latin typeface="+mj-ea"/>
                <a:ea typeface="+mj-ea"/>
              </a:rPr>
              <a:t>HPKE (RFC 9180): </a:t>
            </a:r>
            <a:r>
              <a:rPr lang="en-US" altLang="zh-CN" sz="2000" b="0" i="0" dirty="0">
                <a:solidFill>
                  <a:srgbClr val="FFFFFF"/>
                </a:solidFill>
                <a:latin typeface="+mj-ea"/>
                <a:ea typeface="+mj-ea"/>
              </a:rPr>
              <a:t>A perfect example of clean KEM utilization.</a:t>
            </a: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b="0" i="0" dirty="0">
                <a:solidFill>
                  <a:srgbClr val="FFFFFF"/>
                </a:solidFill>
                <a:latin typeface="+mj-ea"/>
                <a:ea typeface="+mj-ea"/>
              </a:rPr>
              <a:t>KEM (Secret) → KDF (Binding) → AEAD (Payload).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2000" b="1" i="0" dirty="0">
                <a:solidFill>
                  <a:srgbClr val="FFFFFF"/>
                </a:solidFill>
                <a:latin typeface="+mj-ea"/>
                <a:ea typeface="+mj-ea"/>
              </a:rPr>
              <a:t>Hybrid TLS 1.3: </a:t>
            </a:r>
            <a:r>
              <a:rPr lang="en-US" altLang="zh-CN" sz="2000" b="0" i="0" dirty="0">
                <a:solidFill>
                  <a:srgbClr val="FFFFFF"/>
                </a:solidFill>
                <a:latin typeface="+mj-ea"/>
                <a:ea typeface="+mj-ea"/>
              </a:rPr>
              <a:t>The pragmatic post-quantum migration.</a:t>
            </a: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b="0" i="0" dirty="0">
                <a:solidFill>
                  <a:srgbClr val="FFFFFF"/>
                </a:solidFill>
                <a:latin typeface="+mj-ea"/>
                <a:ea typeface="+mj-ea"/>
              </a:rPr>
              <a:t>Classical ECDHE + ML-KEM in a single handshake.</a:t>
            </a:r>
            <a:endParaRPr lang="zh-CN" altLang="en-US" dirty="0">
              <a:solidFill>
                <a:srgbClr val="FFFFFF"/>
              </a:solidFill>
              <a:latin typeface="+mj-ea"/>
            </a:endParaRPr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72BC58B9-982C-4B26-A108-EE13D04C9948}"/>
              </a:ext>
            </a:extLst>
          </p:cNvPr>
          <p:cNvGrpSpPr/>
          <p:nvPr/>
        </p:nvGrpSpPr>
        <p:grpSpPr>
          <a:xfrm>
            <a:off x="1388477" y="1714778"/>
            <a:ext cx="578031" cy="565362"/>
            <a:chOff x="3380126" y="4286250"/>
            <a:chExt cx="544513" cy="544513"/>
          </a:xfrm>
        </p:grpSpPr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id="{55DBC0CE-15FB-417F-B323-6EF88F1E10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13464" y="4351338"/>
              <a:ext cx="477838" cy="479425"/>
            </a:xfrm>
            <a:custGeom>
              <a:avLst/>
              <a:gdLst>
                <a:gd name="T0" fmla="*/ 88 w 176"/>
                <a:gd name="T1" fmla="*/ 0 h 176"/>
                <a:gd name="T2" fmla="*/ 0 w 176"/>
                <a:gd name="T3" fmla="*/ 88 h 176"/>
                <a:gd name="T4" fmla="*/ 22 w 176"/>
                <a:gd name="T5" fmla="*/ 145 h 176"/>
                <a:gd name="T6" fmla="*/ 1 w 176"/>
                <a:gd name="T7" fmla="*/ 171 h 176"/>
                <a:gd name="T8" fmla="*/ 8 w 176"/>
                <a:gd name="T9" fmla="*/ 176 h 176"/>
                <a:gd name="T10" fmla="*/ 27 w 176"/>
                <a:gd name="T11" fmla="*/ 151 h 176"/>
                <a:gd name="T12" fmla="*/ 88 w 176"/>
                <a:gd name="T13" fmla="*/ 176 h 176"/>
                <a:gd name="T14" fmla="*/ 149 w 176"/>
                <a:gd name="T15" fmla="*/ 151 h 176"/>
                <a:gd name="T16" fmla="*/ 169 w 176"/>
                <a:gd name="T17" fmla="*/ 176 h 176"/>
                <a:gd name="T18" fmla="*/ 176 w 176"/>
                <a:gd name="T19" fmla="*/ 171 h 176"/>
                <a:gd name="T20" fmla="*/ 155 w 176"/>
                <a:gd name="T21" fmla="*/ 145 h 176"/>
                <a:gd name="T22" fmla="*/ 176 w 176"/>
                <a:gd name="T23" fmla="*/ 88 h 176"/>
                <a:gd name="T24" fmla="*/ 88 w 176"/>
                <a:gd name="T25" fmla="*/ 0 h 176"/>
                <a:gd name="T26" fmla="*/ 88 w 176"/>
                <a:gd name="T27" fmla="*/ 168 h 176"/>
                <a:gd name="T28" fmla="*/ 8 w 176"/>
                <a:gd name="T29" fmla="*/ 88 h 176"/>
                <a:gd name="T30" fmla="*/ 88 w 176"/>
                <a:gd name="T31" fmla="*/ 8 h 176"/>
                <a:gd name="T32" fmla="*/ 168 w 176"/>
                <a:gd name="T33" fmla="*/ 88 h 176"/>
                <a:gd name="T34" fmla="*/ 88 w 176"/>
                <a:gd name="T35" fmla="*/ 168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76" h="176">
                  <a:moveTo>
                    <a:pt x="88" y="0"/>
                  </a:moveTo>
                  <a:cubicBezTo>
                    <a:pt x="40" y="0"/>
                    <a:pt x="0" y="39"/>
                    <a:pt x="0" y="88"/>
                  </a:cubicBezTo>
                  <a:cubicBezTo>
                    <a:pt x="0" y="110"/>
                    <a:pt x="9" y="130"/>
                    <a:pt x="22" y="145"/>
                  </a:cubicBezTo>
                  <a:cubicBezTo>
                    <a:pt x="1" y="171"/>
                    <a:pt x="1" y="171"/>
                    <a:pt x="1" y="171"/>
                  </a:cubicBezTo>
                  <a:cubicBezTo>
                    <a:pt x="8" y="176"/>
                    <a:pt x="8" y="176"/>
                    <a:pt x="8" y="176"/>
                  </a:cubicBezTo>
                  <a:cubicBezTo>
                    <a:pt x="27" y="151"/>
                    <a:pt x="27" y="151"/>
                    <a:pt x="27" y="151"/>
                  </a:cubicBezTo>
                  <a:cubicBezTo>
                    <a:pt x="43" y="166"/>
                    <a:pt x="65" y="176"/>
                    <a:pt x="88" y="176"/>
                  </a:cubicBezTo>
                  <a:cubicBezTo>
                    <a:pt x="112" y="176"/>
                    <a:pt x="134" y="166"/>
                    <a:pt x="149" y="151"/>
                  </a:cubicBezTo>
                  <a:cubicBezTo>
                    <a:pt x="169" y="176"/>
                    <a:pt x="169" y="176"/>
                    <a:pt x="169" y="176"/>
                  </a:cubicBezTo>
                  <a:cubicBezTo>
                    <a:pt x="176" y="171"/>
                    <a:pt x="176" y="171"/>
                    <a:pt x="176" y="171"/>
                  </a:cubicBezTo>
                  <a:cubicBezTo>
                    <a:pt x="155" y="145"/>
                    <a:pt x="155" y="145"/>
                    <a:pt x="155" y="145"/>
                  </a:cubicBezTo>
                  <a:cubicBezTo>
                    <a:pt x="168" y="130"/>
                    <a:pt x="176" y="110"/>
                    <a:pt x="176" y="88"/>
                  </a:cubicBezTo>
                  <a:cubicBezTo>
                    <a:pt x="176" y="39"/>
                    <a:pt x="137" y="0"/>
                    <a:pt x="88" y="0"/>
                  </a:cubicBezTo>
                  <a:close/>
                  <a:moveTo>
                    <a:pt x="88" y="168"/>
                  </a:moveTo>
                  <a:cubicBezTo>
                    <a:pt x="44" y="168"/>
                    <a:pt x="8" y="132"/>
                    <a:pt x="8" y="88"/>
                  </a:cubicBezTo>
                  <a:cubicBezTo>
                    <a:pt x="8" y="44"/>
                    <a:pt x="44" y="8"/>
                    <a:pt x="88" y="8"/>
                  </a:cubicBezTo>
                  <a:cubicBezTo>
                    <a:pt x="132" y="8"/>
                    <a:pt x="168" y="44"/>
                    <a:pt x="168" y="88"/>
                  </a:cubicBezTo>
                  <a:cubicBezTo>
                    <a:pt x="168" y="132"/>
                    <a:pt x="132" y="168"/>
                    <a:pt x="88" y="16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id="{B0E89743-8FE7-422F-A19F-A33E96F262C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80126" y="4286250"/>
              <a:ext cx="174625" cy="174625"/>
            </a:xfrm>
            <a:custGeom>
              <a:avLst/>
              <a:gdLst>
                <a:gd name="T0" fmla="*/ 64 w 64"/>
                <a:gd name="T1" fmla="*/ 0 h 64"/>
                <a:gd name="T2" fmla="*/ 40 w 64"/>
                <a:gd name="T3" fmla="*/ 0 h 64"/>
                <a:gd name="T4" fmla="*/ 0 w 64"/>
                <a:gd name="T5" fmla="*/ 40 h 64"/>
                <a:gd name="T6" fmla="*/ 0 w 64"/>
                <a:gd name="T7" fmla="*/ 64 h 64"/>
                <a:gd name="T8" fmla="*/ 12 w 64"/>
                <a:gd name="T9" fmla="*/ 64 h 64"/>
                <a:gd name="T10" fmla="*/ 64 w 64"/>
                <a:gd name="T11" fmla="*/ 11 h 64"/>
                <a:gd name="T12" fmla="*/ 64 w 64"/>
                <a:gd name="T13" fmla="*/ 0 h 64"/>
                <a:gd name="T14" fmla="*/ 56 w 64"/>
                <a:gd name="T15" fmla="*/ 8 h 64"/>
                <a:gd name="T16" fmla="*/ 8 w 64"/>
                <a:gd name="T17" fmla="*/ 56 h 64"/>
                <a:gd name="T18" fmla="*/ 8 w 64"/>
                <a:gd name="T19" fmla="*/ 56 h 64"/>
                <a:gd name="T20" fmla="*/ 8 w 64"/>
                <a:gd name="T21" fmla="*/ 40 h 64"/>
                <a:gd name="T22" fmla="*/ 40 w 64"/>
                <a:gd name="T23" fmla="*/ 8 h 64"/>
                <a:gd name="T24" fmla="*/ 56 w 64"/>
                <a:gd name="T25" fmla="*/ 8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4" h="64">
                  <a:moveTo>
                    <a:pt x="64" y="0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18" y="0"/>
                    <a:pt x="0" y="18"/>
                    <a:pt x="0" y="40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12" y="64"/>
                    <a:pt x="12" y="64"/>
                    <a:pt x="12" y="64"/>
                  </a:cubicBezTo>
                  <a:cubicBezTo>
                    <a:pt x="64" y="11"/>
                    <a:pt x="64" y="11"/>
                    <a:pt x="64" y="11"/>
                  </a:cubicBezTo>
                  <a:lnTo>
                    <a:pt x="64" y="0"/>
                  </a:lnTo>
                  <a:close/>
                  <a:moveTo>
                    <a:pt x="56" y="8"/>
                  </a:moveTo>
                  <a:cubicBezTo>
                    <a:pt x="8" y="56"/>
                    <a:pt x="8" y="56"/>
                    <a:pt x="8" y="56"/>
                  </a:cubicBezTo>
                  <a:cubicBezTo>
                    <a:pt x="8" y="56"/>
                    <a:pt x="8" y="56"/>
                    <a:pt x="8" y="56"/>
                  </a:cubicBezTo>
                  <a:cubicBezTo>
                    <a:pt x="8" y="40"/>
                    <a:pt x="8" y="40"/>
                    <a:pt x="8" y="40"/>
                  </a:cubicBezTo>
                  <a:cubicBezTo>
                    <a:pt x="8" y="22"/>
                    <a:pt x="23" y="8"/>
                    <a:pt x="40" y="8"/>
                  </a:cubicBezTo>
                  <a:cubicBezTo>
                    <a:pt x="56" y="8"/>
                    <a:pt x="56" y="8"/>
                    <a:pt x="56" y="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id="{BA540002-0D81-443B-8F5A-581B2FA7D81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53189" y="4286250"/>
              <a:ext cx="171450" cy="174625"/>
            </a:xfrm>
            <a:custGeom>
              <a:avLst/>
              <a:gdLst>
                <a:gd name="T0" fmla="*/ 23 w 63"/>
                <a:gd name="T1" fmla="*/ 0 h 64"/>
                <a:gd name="T2" fmla="*/ 0 w 63"/>
                <a:gd name="T3" fmla="*/ 0 h 64"/>
                <a:gd name="T4" fmla="*/ 0 w 63"/>
                <a:gd name="T5" fmla="*/ 11 h 64"/>
                <a:gd name="T6" fmla="*/ 52 w 63"/>
                <a:gd name="T7" fmla="*/ 64 h 64"/>
                <a:gd name="T8" fmla="*/ 63 w 63"/>
                <a:gd name="T9" fmla="*/ 64 h 64"/>
                <a:gd name="T10" fmla="*/ 63 w 63"/>
                <a:gd name="T11" fmla="*/ 40 h 64"/>
                <a:gd name="T12" fmla="*/ 23 w 63"/>
                <a:gd name="T13" fmla="*/ 0 h 64"/>
                <a:gd name="T14" fmla="*/ 55 w 63"/>
                <a:gd name="T15" fmla="*/ 56 h 64"/>
                <a:gd name="T16" fmla="*/ 55 w 63"/>
                <a:gd name="T17" fmla="*/ 56 h 64"/>
                <a:gd name="T18" fmla="*/ 8 w 63"/>
                <a:gd name="T19" fmla="*/ 8 h 64"/>
                <a:gd name="T20" fmla="*/ 8 w 63"/>
                <a:gd name="T21" fmla="*/ 8 h 64"/>
                <a:gd name="T22" fmla="*/ 23 w 63"/>
                <a:gd name="T23" fmla="*/ 8 h 64"/>
                <a:gd name="T24" fmla="*/ 55 w 63"/>
                <a:gd name="T25" fmla="*/ 40 h 64"/>
                <a:gd name="T26" fmla="*/ 55 w 63"/>
                <a:gd name="T27" fmla="*/ 56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3" h="64">
                  <a:moveTo>
                    <a:pt x="23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52" y="64"/>
                    <a:pt x="52" y="64"/>
                    <a:pt x="52" y="64"/>
                  </a:cubicBezTo>
                  <a:cubicBezTo>
                    <a:pt x="63" y="64"/>
                    <a:pt x="63" y="64"/>
                    <a:pt x="63" y="64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3" y="18"/>
                    <a:pt x="46" y="0"/>
                    <a:pt x="23" y="0"/>
                  </a:cubicBezTo>
                  <a:close/>
                  <a:moveTo>
                    <a:pt x="55" y="56"/>
                  </a:moveTo>
                  <a:cubicBezTo>
                    <a:pt x="55" y="56"/>
                    <a:pt x="55" y="56"/>
                    <a:pt x="55" y="56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41" y="8"/>
                    <a:pt x="55" y="22"/>
                    <a:pt x="55" y="40"/>
                  </a:cubicBezTo>
                  <a:lnTo>
                    <a:pt x="55" y="5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id="{D3F73766-51BE-4812-AA0D-892077106629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1414" y="4416425"/>
              <a:ext cx="141288" cy="196850"/>
            </a:xfrm>
            <a:custGeom>
              <a:avLst/>
              <a:gdLst>
                <a:gd name="T0" fmla="*/ 76 w 89"/>
                <a:gd name="T1" fmla="*/ 110 h 124"/>
                <a:gd name="T2" fmla="*/ 0 w 89"/>
                <a:gd name="T3" fmla="*/ 110 h 124"/>
                <a:gd name="T4" fmla="*/ 0 w 89"/>
                <a:gd name="T5" fmla="*/ 124 h 124"/>
                <a:gd name="T6" fmla="*/ 89 w 89"/>
                <a:gd name="T7" fmla="*/ 124 h 124"/>
                <a:gd name="T8" fmla="*/ 89 w 89"/>
                <a:gd name="T9" fmla="*/ 0 h 124"/>
                <a:gd name="T10" fmla="*/ 76 w 89"/>
                <a:gd name="T11" fmla="*/ 0 h 124"/>
                <a:gd name="T12" fmla="*/ 76 w 89"/>
                <a:gd name="T13" fmla="*/ 110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9" h="124">
                  <a:moveTo>
                    <a:pt x="76" y="110"/>
                  </a:moveTo>
                  <a:lnTo>
                    <a:pt x="0" y="110"/>
                  </a:lnTo>
                  <a:lnTo>
                    <a:pt x="0" y="124"/>
                  </a:lnTo>
                  <a:lnTo>
                    <a:pt x="89" y="124"/>
                  </a:lnTo>
                  <a:lnTo>
                    <a:pt x="89" y="0"/>
                  </a:lnTo>
                  <a:lnTo>
                    <a:pt x="76" y="0"/>
                  </a:lnTo>
                  <a:lnTo>
                    <a:pt x="76" y="11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27" name="Freeform 56">
            <a:extLst>
              <a:ext uri="{FF2B5EF4-FFF2-40B4-BE49-F238E27FC236}">
                <a16:creationId xmlns:a16="http://schemas.microsoft.com/office/drawing/2014/main" id="{2B51EC69-A54B-49AA-9EF3-861B06C1951A}"/>
              </a:ext>
            </a:extLst>
          </p:cNvPr>
          <p:cNvSpPr>
            <a:spLocks noEditPoints="1"/>
          </p:cNvSpPr>
          <p:nvPr/>
        </p:nvSpPr>
        <p:spPr bwMode="auto">
          <a:xfrm>
            <a:off x="8514030" y="1734765"/>
            <a:ext cx="532529" cy="520858"/>
          </a:xfrm>
          <a:custGeom>
            <a:avLst/>
            <a:gdLst>
              <a:gd name="T0" fmla="*/ 181 w 185"/>
              <a:gd name="T1" fmla="*/ 3 h 184"/>
              <a:gd name="T2" fmla="*/ 172 w 185"/>
              <a:gd name="T3" fmla="*/ 0 h 184"/>
              <a:gd name="T4" fmla="*/ 164 w 185"/>
              <a:gd name="T5" fmla="*/ 3 h 184"/>
              <a:gd name="T6" fmla="*/ 128 w 185"/>
              <a:gd name="T7" fmla="*/ 38 h 184"/>
              <a:gd name="T8" fmla="*/ 128 w 185"/>
              <a:gd name="T9" fmla="*/ 32 h 184"/>
              <a:gd name="T10" fmla="*/ 0 w 185"/>
              <a:gd name="T11" fmla="*/ 32 h 184"/>
              <a:gd name="T12" fmla="*/ 0 w 185"/>
              <a:gd name="T13" fmla="*/ 184 h 184"/>
              <a:gd name="T14" fmla="*/ 152 w 185"/>
              <a:gd name="T15" fmla="*/ 184 h 184"/>
              <a:gd name="T16" fmla="*/ 152 w 185"/>
              <a:gd name="T17" fmla="*/ 56 h 184"/>
              <a:gd name="T18" fmla="*/ 145 w 185"/>
              <a:gd name="T19" fmla="*/ 56 h 184"/>
              <a:gd name="T20" fmla="*/ 181 w 185"/>
              <a:gd name="T21" fmla="*/ 20 h 184"/>
              <a:gd name="T22" fmla="*/ 181 w 185"/>
              <a:gd name="T23" fmla="*/ 3 h 184"/>
              <a:gd name="T24" fmla="*/ 144 w 185"/>
              <a:gd name="T25" fmla="*/ 176 h 184"/>
              <a:gd name="T26" fmla="*/ 8 w 185"/>
              <a:gd name="T27" fmla="*/ 176 h 184"/>
              <a:gd name="T28" fmla="*/ 8 w 185"/>
              <a:gd name="T29" fmla="*/ 40 h 184"/>
              <a:gd name="T30" fmla="*/ 127 w 185"/>
              <a:gd name="T31" fmla="*/ 40 h 184"/>
              <a:gd name="T32" fmla="*/ 64 w 185"/>
              <a:gd name="T33" fmla="*/ 102 h 184"/>
              <a:gd name="T34" fmla="*/ 64 w 185"/>
              <a:gd name="T35" fmla="*/ 120 h 184"/>
              <a:gd name="T36" fmla="*/ 81 w 185"/>
              <a:gd name="T37" fmla="*/ 120 h 184"/>
              <a:gd name="T38" fmla="*/ 144 w 185"/>
              <a:gd name="T39" fmla="*/ 56 h 184"/>
              <a:gd name="T40" fmla="*/ 144 w 185"/>
              <a:gd name="T41" fmla="*/ 176 h 184"/>
              <a:gd name="T42" fmla="*/ 175 w 185"/>
              <a:gd name="T43" fmla="*/ 14 h 184"/>
              <a:gd name="T44" fmla="*/ 78 w 185"/>
              <a:gd name="T45" fmla="*/ 112 h 184"/>
              <a:gd name="T46" fmla="*/ 72 w 185"/>
              <a:gd name="T47" fmla="*/ 112 h 184"/>
              <a:gd name="T48" fmla="*/ 72 w 185"/>
              <a:gd name="T49" fmla="*/ 106 h 184"/>
              <a:gd name="T50" fmla="*/ 169 w 185"/>
              <a:gd name="T51" fmla="*/ 9 h 184"/>
              <a:gd name="T52" fmla="*/ 172 w 185"/>
              <a:gd name="T53" fmla="*/ 8 h 184"/>
              <a:gd name="T54" fmla="*/ 175 w 185"/>
              <a:gd name="T55" fmla="*/ 9 h 184"/>
              <a:gd name="T56" fmla="*/ 176 w 185"/>
              <a:gd name="T57" fmla="*/ 12 h 184"/>
              <a:gd name="T58" fmla="*/ 175 w 185"/>
              <a:gd name="T59" fmla="*/ 14 h 1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185" h="184">
                <a:moveTo>
                  <a:pt x="181" y="3"/>
                </a:moveTo>
                <a:cubicBezTo>
                  <a:pt x="178" y="1"/>
                  <a:pt x="175" y="0"/>
                  <a:pt x="172" y="0"/>
                </a:cubicBezTo>
                <a:cubicBezTo>
                  <a:pt x="169" y="0"/>
                  <a:pt x="166" y="1"/>
                  <a:pt x="164" y="3"/>
                </a:cubicBezTo>
                <a:cubicBezTo>
                  <a:pt x="128" y="38"/>
                  <a:pt x="128" y="38"/>
                  <a:pt x="128" y="38"/>
                </a:cubicBezTo>
                <a:cubicBezTo>
                  <a:pt x="128" y="32"/>
                  <a:pt x="128" y="32"/>
                  <a:pt x="128" y="32"/>
                </a:cubicBezTo>
                <a:cubicBezTo>
                  <a:pt x="0" y="32"/>
                  <a:pt x="0" y="32"/>
                  <a:pt x="0" y="32"/>
                </a:cubicBezTo>
                <a:cubicBezTo>
                  <a:pt x="0" y="184"/>
                  <a:pt x="0" y="184"/>
                  <a:pt x="0" y="184"/>
                </a:cubicBezTo>
                <a:cubicBezTo>
                  <a:pt x="152" y="184"/>
                  <a:pt x="152" y="184"/>
                  <a:pt x="152" y="184"/>
                </a:cubicBezTo>
                <a:cubicBezTo>
                  <a:pt x="152" y="56"/>
                  <a:pt x="152" y="56"/>
                  <a:pt x="152" y="56"/>
                </a:cubicBezTo>
                <a:cubicBezTo>
                  <a:pt x="145" y="56"/>
                  <a:pt x="145" y="56"/>
                  <a:pt x="145" y="56"/>
                </a:cubicBezTo>
                <a:cubicBezTo>
                  <a:pt x="181" y="20"/>
                  <a:pt x="181" y="20"/>
                  <a:pt x="181" y="20"/>
                </a:cubicBezTo>
                <a:cubicBezTo>
                  <a:pt x="185" y="15"/>
                  <a:pt x="185" y="8"/>
                  <a:pt x="181" y="3"/>
                </a:cubicBezTo>
                <a:close/>
                <a:moveTo>
                  <a:pt x="144" y="176"/>
                </a:moveTo>
                <a:cubicBezTo>
                  <a:pt x="8" y="176"/>
                  <a:pt x="8" y="176"/>
                  <a:pt x="8" y="176"/>
                </a:cubicBezTo>
                <a:cubicBezTo>
                  <a:pt x="8" y="40"/>
                  <a:pt x="8" y="40"/>
                  <a:pt x="8" y="40"/>
                </a:cubicBezTo>
                <a:cubicBezTo>
                  <a:pt x="127" y="40"/>
                  <a:pt x="127" y="40"/>
                  <a:pt x="127" y="40"/>
                </a:cubicBezTo>
                <a:cubicBezTo>
                  <a:pt x="64" y="102"/>
                  <a:pt x="64" y="102"/>
                  <a:pt x="64" y="102"/>
                </a:cubicBezTo>
                <a:cubicBezTo>
                  <a:pt x="64" y="120"/>
                  <a:pt x="64" y="120"/>
                  <a:pt x="64" y="120"/>
                </a:cubicBezTo>
                <a:cubicBezTo>
                  <a:pt x="81" y="120"/>
                  <a:pt x="81" y="120"/>
                  <a:pt x="81" y="120"/>
                </a:cubicBezTo>
                <a:cubicBezTo>
                  <a:pt x="144" y="56"/>
                  <a:pt x="144" y="56"/>
                  <a:pt x="144" y="56"/>
                </a:cubicBezTo>
                <a:lnTo>
                  <a:pt x="144" y="176"/>
                </a:lnTo>
                <a:close/>
                <a:moveTo>
                  <a:pt x="175" y="14"/>
                </a:moveTo>
                <a:cubicBezTo>
                  <a:pt x="78" y="112"/>
                  <a:pt x="78" y="112"/>
                  <a:pt x="78" y="112"/>
                </a:cubicBezTo>
                <a:cubicBezTo>
                  <a:pt x="72" y="112"/>
                  <a:pt x="72" y="112"/>
                  <a:pt x="72" y="112"/>
                </a:cubicBezTo>
                <a:cubicBezTo>
                  <a:pt x="72" y="106"/>
                  <a:pt x="72" y="106"/>
                  <a:pt x="72" y="106"/>
                </a:cubicBezTo>
                <a:cubicBezTo>
                  <a:pt x="169" y="9"/>
                  <a:pt x="169" y="9"/>
                  <a:pt x="169" y="9"/>
                </a:cubicBezTo>
                <a:cubicBezTo>
                  <a:pt x="170" y="8"/>
                  <a:pt x="172" y="8"/>
                  <a:pt x="172" y="8"/>
                </a:cubicBezTo>
                <a:cubicBezTo>
                  <a:pt x="173" y="8"/>
                  <a:pt x="174" y="8"/>
                  <a:pt x="175" y="9"/>
                </a:cubicBezTo>
                <a:cubicBezTo>
                  <a:pt x="176" y="10"/>
                  <a:pt x="176" y="11"/>
                  <a:pt x="176" y="12"/>
                </a:cubicBezTo>
                <a:cubicBezTo>
                  <a:pt x="176" y="12"/>
                  <a:pt x="176" y="13"/>
                  <a:pt x="175" y="14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1" name="半闭框 30">
            <a:extLst>
              <a:ext uri="{FF2B5EF4-FFF2-40B4-BE49-F238E27FC236}">
                <a16:creationId xmlns:a16="http://schemas.microsoft.com/office/drawing/2014/main" id="{3ECD06E0-D15C-4A63-8E46-C827D59924F1}"/>
              </a:ext>
            </a:extLst>
          </p:cNvPr>
          <p:cNvSpPr/>
          <p:nvPr/>
        </p:nvSpPr>
        <p:spPr>
          <a:xfrm rot="10800000">
            <a:off x="11018367" y="5352202"/>
            <a:ext cx="322028" cy="329979"/>
          </a:xfrm>
          <a:prstGeom prst="halfFrame">
            <a:avLst/>
          </a:prstGeom>
          <a:solidFill>
            <a:srgbClr val="A620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2" name="半闭框 31">
            <a:extLst>
              <a:ext uri="{FF2B5EF4-FFF2-40B4-BE49-F238E27FC236}">
                <a16:creationId xmlns:a16="http://schemas.microsoft.com/office/drawing/2014/main" id="{DF22908C-F1CC-402C-9D0D-69C1E7BAC706}"/>
              </a:ext>
            </a:extLst>
          </p:cNvPr>
          <p:cNvSpPr/>
          <p:nvPr/>
        </p:nvSpPr>
        <p:spPr>
          <a:xfrm rot="10800000">
            <a:off x="7613294" y="5335692"/>
            <a:ext cx="322028" cy="329979"/>
          </a:xfrm>
          <a:prstGeom prst="halfFrame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" name="Object 4013">
            <a:extLst>
              <a:ext uri="{FF2B5EF4-FFF2-40B4-BE49-F238E27FC236}">
                <a16:creationId xmlns:a16="http://schemas.microsoft.com/office/drawing/2014/main" id="{A79A9EF3-ED59-1649-E8FB-DB8E6308EB19}"/>
              </a:ext>
            </a:extLst>
          </p:cNvPr>
          <p:cNvSpPr txBox="1"/>
          <p:nvPr/>
        </p:nvSpPr>
        <p:spPr>
          <a:xfrm>
            <a:off x="8365470" y="2610675"/>
            <a:ext cx="2643961" cy="320637"/>
          </a:xfrm>
          <a:prstGeom prst="rect">
            <a:avLst/>
          </a:prstGeom>
        </p:spPr>
        <p:txBody>
          <a:bodyPr vert="horz" rtlCol="0" anchor="ctr" anchorCtr="0">
            <a:noAutofit/>
          </a:bodyPr>
          <a:lstStyle/>
          <a:p>
            <a:pPr>
              <a:lnSpc>
                <a:spcPct val="95833"/>
              </a:lnSpc>
            </a:pPr>
            <a:r>
              <a:rPr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Deployment Challenges</a:t>
            </a:r>
            <a:endParaRPr lang="zh-CN" altLang="en-US" sz="1050" b="1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6" name="Object 4014">
            <a:extLst>
              <a:ext uri="{FF2B5EF4-FFF2-40B4-BE49-F238E27FC236}">
                <a16:creationId xmlns:a16="http://schemas.microsoft.com/office/drawing/2014/main" id="{3692BD4C-8FD1-D92E-1097-C6630BBC9AB2}"/>
              </a:ext>
            </a:extLst>
          </p:cNvPr>
          <p:cNvSpPr txBox="1"/>
          <p:nvPr/>
        </p:nvSpPr>
        <p:spPr>
          <a:xfrm>
            <a:off x="8081348" y="3195672"/>
            <a:ext cx="3154878" cy="2281202"/>
          </a:xfrm>
          <a:prstGeom prst="rect">
            <a:avLst/>
          </a:prstGeom>
        </p:spPr>
        <p:txBody>
          <a:bodyPr vert="horz" rtlCol="0" anchor="t" anchorCtr="0">
            <a:no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+mj-ea"/>
              </a:rPr>
              <a:t>Large PQ public keys/ ciphertexts (causes network fragmentation/ latency).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+mj-ea"/>
              </a:rPr>
              <a:t>Transcript binding: Must prevent downgrade attacks.</a:t>
            </a:r>
            <a:endParaRPr lang="zh-CN" altLang="en-US" sz="1600" dirty="0">
              <a:solidFill>
                <a:schemeClr val="bg1">
                  <a:lumMod val="50000"/>
                </a:schemeClr>
              </a:solidFill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0633020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矩形: 一个圆顶角，剪去另一个顶角 35">
            <a:extLst>
              <a:ext uri="{FF2B5EF4-FFF2-40B4-BE49-F238E27FC236}">
                <a16:creationId xmlns:a16="http://schemas.microsoft.com/office/drawing/2014/main" id="{92C5B59D-32B5-4BEB-B176-DCADCD2EDC4C}"/>
              </a:ext>
            </a:extLst>
          </p:cNvPr>
          <p:cNvSpPr/>
          <p:nvPr/>
        </p:nvSpPr>
        <p:spPr>
          <a:xfrm rot="16200000">
            <a:off x="541295" y="1918171"/>
            <a:ext cx="4193559" cy="3321751"/>
          </a:xfrm>
          <a:prstGeom prst="snipRoundRect">
            <a:avLst>
              <a:gd name="adj1" fmla="val 9702"/>
              <a:gd name="adj2" fmla="val 0"/>
            </a:avLst>
          </a:prstGeom>
          <a:solidFill>
            <a:srgbClr val="A620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68ACEE41-700C-46CB-BE87-16BC1F2EC2B2}"/>
              </a:ext>
            </a:extLst>
          </p:cNvPr>
          <p:cNvSpPr/>
          <p:nvPr/>
        </p:nvSpPr>
        <p:spPr>
          <a:xfrm>
            <a:off x="4444624" y="1456873"/>
            <a:ext cx="3246214" cy="420202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ED2B9618-0F02-4986-9C1F-FEEFD7BD44BE}"/>
              </a:ext>
            </a:extLst>
          </p:cNvPr>
          <p:cNvSpPr/>
          <p:nvPr/>
        </p:nvSpPr>
        <p:spPr>
          <a:xfrm>
            <a:off x="7860671" y="1482273"/>
            <a:ext cx="3246214" cy="420202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EDCC2CC-B76B-4022-ACC7-D5068410D5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Reflections and Insights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A77A6D6-C89E-4E88-BC14-06A4C2594E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48644C6-89F0-466C-949F-E70AD72679A8}" type="slidenum">
              <a:rPr lang="zh-CN" altLang="en-US" smtClean="0"/>
              <a:pPr/>
              <a:t>16</a:t>
            </a:fld>
            <a:endParaRPr lang="zh-CN" altLang="en-US"/>
          </a:p>
        </p:txBody>
      </p:sp>
      <p:sp>
        <p:nvSpPr>
          <p:cNvPr id="8" name="Object 403">
            <a:extLst>
              <a:ext uri="{FF2B5EF4-FFF2-40B4-BE49-F238E27FC236}">
                <a16:creationId xmlns:a16="http://schemas.microsoft.com/office/drawing/2014/main" id="{D9EB54A5-B83B-4AE4-8FC6-8164E254521E}"/>
              </a:ext>
            </a:extLst>
          </p:cNvPr>
          <p:cNvSpPr txBox="1"/>
          <p:nvPr/>
        </p:nvSpPr>
        <p:spPr>
          <a:xfrm>
            <a:off x="2076793" y="1648471"/>
            <a:ext cx="1955117" cy="719147"/>
          </a:xfrm>
          <a:prstGeom prst="rect">
            <a:avLst/>
          </a:prstGeom>
        </p:spPr>
        <p:txBody>
          <a:bodyPr vert="horz" rtlCol="0" anchor="ctr" anchorCtr="0">
            <a:noAutofit/>
          </a:bodyPr>
          <a:lstStyle/>
          <a:p>
            <a:pPr algn="l">
              <a:lnSpc>
                <a:spcPct val="95833"/>
              </a:lnSpc>
            </a:pPr>
            <a:r>
              <a:rPr lang="en-US" altLang="zh-CN" sz="2000" b="1" dirty="0">
                <a:solidFill>
                  <a:srgbClr val="FFFFFF"/>
                </a:solidFill>
                <a:latin typeface="+mj-ea"/>
                <a:ea typeface="+mj-ea"/>
              </a:rPr>
              <a:t>The IND-CCA Challenge</a:t>
            </a:r>
            <a:endParaRPr lang="zh-CN" altLang="en-US" sz="1050" b="1" dirty="0">
              <a:latin typeface="+mj-ea"/>
              <a:ea typeface="+mj-ea"/>
            </a:endParaRPr>
          </a:p>
        </p:txBody>
      </p:sp>
      <p:sp>
        <p:nvSpPr>
          <p:cNvPr id="9" name="Object 404">
            <a:extLst>
              <a:ext uri="{FF2B5EF4-FFF2-40B4-BE49-F238E27FC236}">
                <a16:creationId xmlns:a16="http://schemas.microsoft.com/office/drawing/2014/main" id="{EC5FE174-2B51-485D-BEC3-CA01C0D80A91}"/>
              </a:ext>
            </a:extLst>
          </p:cNvPr>
          <p:cNvSpPr txBox="1"/>
          <p:nvPr/>
        </p:nvSpPr>
        <p:spPr>
          <a:xfrm>
            <a:off x="1182414" y="2667710"/>
            <a:ext cx="2924503" cy="2661208"/>
          </a:xfrm>
          <a:prstGeom prst="rect">
            <a:avLst/>
          </a:prstGeom>
        </p:spPr>
        <p:txBody>
          <a:bodyPr vert="horz" rtlCol="0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b="0" i="0" dirty="0">
                <a:solidFill>
                  <a:srgbClr val="FFFFFF"/>
                </a:solidFill>
                <a:latin typeface="+mj-ea"/>
                <a:ea typeface="+mj-ea"/>
              </a:rPr>
              <a:t>Malleability is the enemy (e.g., El Gamal).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1600" b="1" i="0" dirty="0">
                <a:solidFill>
                  <a:srgbClr val="FFFFFF"/>
                </a:solidFill>
                <a:latin typeface="+mj-ea"/>
                <a:ea typeface="+mj-ea"/>
              </a:rPr>
              <a:t>CS3</a:t>
            </a:r>
            <a:r>
              <a:rPr lang="en-US" altLang="zh-CN" sz="1600" b="0" i="0" dirty="0">
                <a:solidFill>
                  <a:srgbClr val="FFFFFF"/>
                </a:solidFill>
                <a:latin typeface="+mj-ea"/>
                <a:ea typeface="+mj-ea"/>
              </a:rPr>
              <a:t>: Solves it via algebraic redundancy &amp; verification.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1600" b="1" i="0" dirty="0">
                <a:solidFill>
                  <a:srgbClr val="FFFFFF"/>
                </a:solidFill>
                <a:latin typeface="+mj-ea"/>
                <a:ea typeface="+mj-ea"/>
              </a:rPr>
              <a:t>FO Transform</a:t>
            </a:r>
            <a:r>
              <a:rPr lang="en-US" altLang="zh-CN" sz="1600" b="0" i="0" dirty="0">
                <a:solidFill>
                  <a:srgbClr val="FFFFFF"/>
                </a:solidFill>
                <a:latin typeface="+mj-ea"/>
                <a:ea typeface="+mj-ea"/>
              </a:rPr>
              <a:t>: Solves it via generic re-encryption.</a:t>
            </a:r>
          </a:p>
        </p:txBody>
      </p:sp>
      <p:sp>
        <p:nvSpPr>
          <p:cNvPr id="13" name="Object 408">
            <a:extLst>
              <a:ext uri="{FF2B5EF4-FFF2-40B4-BE49-F238E27FC236}">
                <a16:creationId xmlns:a16="http://schemas.microsoft.com/office/drawing/2014/main" id="{E99C5952-1808-4B5F-9FFC-EFC5AF3F0359}"/>
              </a:ext>
            </a:extLst>
          </p:cNvPr>
          <p:cNvSpPr txBox="1"/>
          <p:nvPr/>
        </p:nvSpPr>
        <p:spPr>
          <a:xfrm>
            <a:off x="5456161" y="1714778"/>
            <a:ext cx="2058360" cy="720419"/>
          </a:xfrm>
          <a:prstGeom prst="rect">
            <a:avLst/>
          </a:prstGeom>
        </p:spPr>
        <p:txBody>
          <a:bodyPr vert="horz" rtlCol="0" anchor="ctr" anchorCtr="0">
            <a:noAutofit/>
          </a:bodyPr>
          <a:lstStyle/>
          <a:p>
            <a:pPr>
              <a:lnSpc>
                <a:spcPct val="95833"/>
              </a:lnSpc>
            </a:pPr>
            <a:r>
              <a:rPr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The Art of Hybrid Games</a:t>
            </a:r>
            <a:endParaRPr lang="zh-CN" altLang="en-US" sz="1050" b="1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4" name="Object 409">
            <a:extLst>
              <a:ext uri="{FF2B5EF4-FFF2-40B4-BE49-F238E27FC236}">
                <a16:creationId xmlns:a16="http://schemas.microsoft.com/office/drawing/2014/main" id="{10152858-C1F7-4231-9A7B-7DEE2CEB85AB}"/>
              </a:ext>
            </a:extLst>
          </p:cNvPr>
          <p:cNvSpPr txBox="1"/>
          <p:nvPr/>
        </p:nvSpPr>
        <p:spPr>
          <a:xfrm>
            <a:off x="4677478" y="2628701"/>
            <a:ext cx="2837043" cy="2832407"/>
          </a:xfrm>
          <a:prstGeom prst="rect">
            <a:avLst/>
          </a:prstGeom>
        </p:spPr>
        <p:txBody>
          <a:bodyPr vert="horz" rtlCol="0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+mj-ea"/>
              </a:rPr>
              <a:t>Breaking complex security proofs (like CS3's 7 games) into transparent, isolated steps (computational, statistical, or conceptual).</a:t>
            </a:r>
            <a:endParaRPr lang="zh-CN" altLang="en-US" sz="1600" dirty="0">
              <a:solidFill>
                <a:schemeClr val="bg1">
                  <a:lumMod val="50000"/>
                </a:schemeClr>
              </a:solidFill>
              <a:latin typeface="+mj-ea"/>
            </a:endParaRPr>
          </a:p>
        </p:txBody>
      </p:sp>
      <p:sp>
        <p:nvSpPr>
          <p:cNvPr id="18" name="Object 4013">
            <a:extLst>
              <a:ext uri="{FF2B5EF4-FFF2-40B4-BE49-F238E27FC236}">
                <a16:creationId xmlns:a16="http://schemas.microsoft.com/office/drawing/2014/main" id="{9EDD8800-97C0-4CAF-9DB2-5F6AB45CB80A}"/>
              </a:ext>
            </a:extLst>
          </p:cNvPr>
          <p:cNvSpPr txBox="1"/>
          <p:nvPr/>
        </p:nvSpPr>
        <p:spPr>
          <a:xfrm>
            <a:off x="8830991" y="1734793"/>
            <a:ext cx="2245251" cy="639061"/>
          </a:xfrm>
          <a:prstGeom prst="rect">
            <a:avLst/>
          </a:prstGeom>
        </p:spPr>
        <p:txBody>
          <a:bodyPr vert="horz" rtlCol="0" anchor="ctr" anchorCtr="0">
            <a:noAutofit/>
          </a:bodyPr>
          <a:lstStyle/>
          <a:p>
            <a:pPr>
              <a:lnSpc>
                <a:spcPct val="95833"/>
              </a:lnSpc>
            </a:pPr>
            <a:r>
              <a:rPr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Modularization as a Paradigm</a:t>
            </a:r>
            <a:endParaRPr lang="zh-CN" altLang="en-US" sz="1050" b="1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9" name="Object 4014">
            <a:extLst>
              <a:ext uri="{FF2B5EF4-FFF2-40B4-BE49-F238E27FC236}">
                <a16:creationId xmlns:a16="http://schemas.microsoft.com/office/drawing/2014/main" id="{73350756-5620-4EE1-B1CE-2457ADA1FC8D}"/>
              </a:ext>
            </a:extLst>
          </p:cNvPr>
          <p:cNvSpPr txBox="1"/>
          <p:nvPr/>
        </p:nvSpPr>
        <p:spPr>
          <a:xfrm>
            <a:off x="7923692" y="2667710"/>
            <a:ext cx="3291110" cy="2793398"/>
          </a:xfrm>
          <a:prstGeom prst="rect">
            <a:avLst/>
          </a:prstGeom>
        </p:spPr>
        <p:txBody>
          <a:bodyPr vert="horz" rtlCol="0" anchor="t" anchorCtr="0">
            <a:no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+mj-ea"/>
              </a:rPr>
              <a:t>Shoup’s KEM/ DEM composition.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+mj-ea"/>
              </a:rPr>
              <a:t>HHK’s modular FO decomposition (T and U transforms).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+mj-ea"/>
              </a:rPr>
              <a:t>Good cryptography is about composable structures, not just hard math problems.</a:t>
            </a:r>
            <a:endParaRPr lang="zh-CN" altLang="en-US" sz="1600" dirty="0">
              <a:solidFill>
                <a:schemeClr val="bg1">
                  <a:lumMod val="50000"/>
                </a:schemeClr>
              </a:solidFill>
              <a:latin typeface="+mj-ea"/>
            </a:endParaRPr>
          </a:p>
        </p:txBody>
      </p:sp>
      <p:sp>
        <p:nvSpPr>
          <p:cNvPr id="22" name="Freeform 11">
            <a:extLst>
              <a:ext uri="{FF2B5EF4-FFF2-40B4-BE49-F238E27FC236}">
                <a16:creationId xmlns:a16="http://schemas.microsoft.com/office/drawing/2014/main" id="{949232FA-B574-47AB-80DD-A06BCE353CAC}"/>
              </a:ext>
            </a:extLst>
          </p:cNvPr>
          <p:cNvSpPr>
            <a:spLocks noEditPoints="1"/>
          </p:cNvSpPr>
          <p:nvPr/>
        </p:nvSpPr>
        <p:spPr bwMode="auto">
          <a:xfrm>
            <a:off x="4709983" y="1782358"/>
            <a:ext cx="576345" cy="520858"/>
          </a:xfrm>
          <a:custGeom>
            <a:avLst/>
            <a:gdLst>
              <a:gd name="T0" fmla="*/ 184 w 200"/>
              <a:gd name="T1" fmla="*/ 0 h 184"/>
              <a:gd name="T2" fmla="*/ 112 w 200"/>
              <a:gd name="T3" fmla="*/ 0 h 184"/>
              <a:gd name="T4" fmla="*/ 100 w 200"/>
              <a:gd name="T5" fmla="*/ 6 h 184"/>
              <a:gd name="T6" fmla="*/ 88 w 200"/>
              <a:gd name="T7" fmla="*/ 0 h 184"/>
              <a:gd name="T8" fmla="*/ 16 w 200"/>
              <a:gd name="T9" fmla="*/ 0 h 184"/>
              <a:gd name="T10" fmla="*/ 0 w 200"/>
              <a:gd name="T11" fmla="*/ 16 h 184"/>
              <a:gd name="T12" fmla="*/ 0 w 200"/>
              <a:gd name="T13" fmla="*/ 152 h 184"/>
              <a:gd name="T14" fmla="*/ 16 w 200"/>
              <a:gd name="T15" fmla="*/ 168 h 184"/>
              <a:gd name="T16" fmla="*/ 88 w 200"/>
              <a:gd name="T17" fmla="*/ 168 h 184"/>
              <a:gd name="T18" fmla="*/ 89 w 200"/>
              <a:gd name="T19" fmla="*/ 168 h 184"/>
              <a:gd name="T20" fmla="*/ 96 w 200"/>
              <a:gd name="T21" fmla="*/ 176 h 184"/>
              <a:gd name="T22" fmla="*/ 96 w 200"/>
              <a:gd name="T23" fmla="*/ 184 h 184"/>
              <a:gd name="T24" fmla="*/ 104 w 200"/>
              <a:gd name="T25" fmla="*/ 184 h 184"/>
              <a:gd name="T26" fmla="*/ 104 w 200"/>
              <a:gd name="T27" fmla="*/ 180 h 184"/>
              <a:gd name="T28" fmla="*/ 105 w 200"/>
              <a:gd name="T29" fmla="*/ 180 h 184"/>
              <a:gd name="T30" fmla="*/ 105 w 200"/>
              <a:gd name="T31" fmla="*/ 176 h 184"/>
              <a:gd name="T32" fmla="*/ 112 w 200"/>
              <a:gd name="T33" fmla="*/ 168 h 184"/>
              <a:gd name="T34" fmla="*/ 112 w 200"/>
              <a:gd name="T35" fmla="*/ 168 h 184"/>
              <a:gd name="T36" fmla="*/ 184 w 200"/>
              <a:gd name="T37" fmla="*/ 168 h 184"/>
              <a:gd name="T38" fmla="*/ 200 w 200"/>
              <a:gd name="T39" fmla="*/ 152 h 184"/>
              <a:gd name="T40" fmla="*/ 200 w 200"/>
              <a:gd name="T41" fmla="*/ 16 h 184"/>
              <a:gd name="T42" fmla="*/ 184 w 200"/>
              <a:gd name="T43" fmla="*/ 0 h 184"/>
              <a:gd name="T44" fmla="*/ 8 w 200"/>
              <a:gd name="T45" fmla="*/ 152 h 184"/>
              <a:gd name="T46" fmla="*/ 8 w 200"/>
              <a:gd name="T47" fmla="*/ 16 h 184"/>
              <a:gd name="T48" fmla="*/ 16 w 200"/>
              <a:gd name="T49" fmla="*/ 8 h 184"/>
              <a:gd name="T50" fmla="*/ 88 w 200"/>
              <a:gd name="T51" fmla="*/ 8 h 184"/>
              <a:gd name="T52" fmla="*/ 96 w 200"/>
              <a:gd name="T53" fmla="*/ 16 h 184"/>
              <a:gd name="T54" fmla="*/ 96 w 200"/>
              <a:gd name="T55" fmla="*/ 152 h 184"/>
              <a:gd name="T56" fmla="*/ 88 w 200"/>
              <a:gd name="T57" fmla="*/ 160 h 184"/>
              <a:gd name="T58" fmla="*/ 16 w 200"/>
              <a:gd name="T59" fmla="*/ 160 h 184"/>
              <a:gd name="T60" fmla="*/ 8 w 200"/>
              <a:gd name="T61" fmla="*/ 152 h 184"/>
              <a:gd name="T62" fmla="*/ 192 w 200"/>
              <a:gd name="T63" fmla="*/ 152 h 184"/>
              <a:gd name="T64" fmla="*/ 184 w 200"/>
              <a:gd name="T65" fmla="*/ 160 h 184"/>
              <a:gd name="T66" fmla="*/ 112 w 200"/>
              <a:gd name="T67" fmla="*/ 160 h 184"/>
              <a:gd name="T68" fmla="*/ 104 w 200"/>
              <a:gd name="T69" fmla="*/ 152 h 184"/>
              <a:gd name="T70" fmla="*/ 104 w 200"/>
              <a:gd name="T71" fmla="*/ 149 h 184"/>
              <a:gd name="T72" fmla="*/ 104 w 200"/>
              <a:gd name="T73" fmla="*/ 16 h 184"/>
              <a:gd name="T74" fmla="*/ 112 w 200"/>
              <a:gd name="T75" fmla="*/ 8 h 184"/>
              <a:gd name="T76" fmla="*/ 184 w 200"/>
              <a:gd name="T77" fmla="*/ 8 h 184"/>
              <a:gd name="T78" fmla="*/ 192 w 200"/>
              <a:gd name="T79" fmla="*/ 16 h 184"/>
              <a:gd name="T80" fmla="*/ 192 w 200"/>
              <a:gd name="T81" fmla="*/ 152 h 1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200" h="184">
                <a:moveTo>
                  <a:pt x="184" y="0"/>
                </a:moveTo>
                <a:cubicBezTo>
                  <a:pt x="112" y="0"/>
                  <a:pt x="112" y="0"/>
                  <a:pt x="112" y="0"/>
                </a:cubicBezTo>
                <a:cubicBezTo>
                  <a:pt x="108" y="0"/>
                  <a:pt x="103" y="3"/>
                  <a:pt x="100" y="6"/>
                </a:cubicBezTo>
                <a:cubicBezTo>
                  <a:pt x="98" y="3"/>
                  <a:pt x="93" y="0"/>
                  <a:pt x="88" y="0"/>
                </a:cubicBezTo>
                <a:cubicBezTo>
                  <a:pt x="16" y="0"/>
                  <a:pt x="16" y="0"/>
                  <a:pt x="16" y="0"/>
                </a:cubicBezTo>
                <a:cubicBezTo>
                  <a:pt x="8" y="0"/>
                  <a:pt x="0" y="8"/>
                  <a:pt x="0" y="16"/>
                </a:cubicBezTo>
                <a:cubicBezTo>
                  <a:pt x="0" y="152"/>
                  <a:pt x="0" y="152"/>
                  <a:pt x="0" y="152"/>
                </a:cubicBezTo>
                <a:cubicBezTo>
                  <a:pt x="0" y="161"/>
                  <a:pt x="8" y="168"/>
                  <a:pt x="16" y="168"/>
                </a:cubicBezTo>
                <a:cubicBezTo>
                  <a:pt x="88" y="168"/>
                  <a:pt x="88" y="168"/>
                  <a:pt x="88" y="168"/>
                </a:cubicBezTo>
                <a:cubicBezTo>
                  <a:pt x="89" y="168"/>
                  <a:pt x="89" y="168"/>
                  <a:pt x="89" y="168"/>
                </a:cubicBezTo>
                <a:cubicBezTo>
                  <a:pt x="93" y="168"/>
                  <a:pt x="96" y="172"/>
                  <a:pt x="96" y="176"/>
                </a:cubicBezTo>
                <a:cubicBezTo>
                  <a:pt x="96" y="184"/>
                  <a:pt x="96" y="184"/>
                  <a:pt x="96" y="184"/>
                </a:cubicBezTo>
                <a:cubicBezTo>
                  <a:pt x="104" y="184"/>
                  <a:pt x="104" y="184"/>
                  <a:pt x="104" y="184"/>
                </a:cubicBezTo>
                <a:cubicBezTo>
                  <a:pt x="104" y="180"/>
                  <a:pt x="104" y="180"/>
                  <a:pt x="104" y="180"/>
                </a:cubicBezTo>
                <a:cubicBezTo>
                  <a:pt x="105" y="180"/>
                  <a:pt x="105" y="180"/>
                  <a:pt x="105" y="180"/>
                </a:cubicBezTo>
                <a:cubicBezTo>
                  <a:pt x="105" y="176"/>
                  <a:pt x="105" y="176"/>
                  <a:pt x="105" y="176"/>
                </a:cubicBezTo>
                <a:cubicBezTo>
                  <a:pt x="105" y="172"/>
                  <a:pt x="108" y="169"/>
                  <a:pt x="112" y="168"/>
                </a:cubicBezTo>
                <a:cubicBezTo>
                  <a:pt x="112" y="168"/>
                  <a:pt x="112" y="168"/>
                  <a:pt x="112" y="168"/>
                </a:cubicBezTo>
                <a:cubicBezTo>
                  <a:pt x="184" y="168"/>
                  <a:pt x="184" y="168"/>
                  <a:pt x="184" y="168"/>
                </a:cubicBezTo>
                <a:cubicBezTo>
                  <a:pt x="193" y="168"/>
                  <a:pt x="200" y="161"/>
                  <a:pt x="200" y="152"/>
                </a:cubicBezTo>
                <a:cubicBezTo>
                  <a:pt x="200" y="16"/>
                  <a:pt x="200" y="16"/>
                  <a:pt x="200" y="16"/>
                </a:cubicBezTo>
                <a:cubicBezTo>
                  <a:pt x="200" y="8"/>
                  <a:pt x="193" y="0"/>
                  <a:pt x="184" y="0"/>
                </a:cubicBezTo>
                <a:close/>
                <a:moveTo>
                  <a:pt x="8" y="152"/>
                </a:moveTo>
                <a:cubicBezTo>
                  <a:pt x="8" y="16"/>
                  <a:pt x="8" y="16"/>
                  <a:pt x="8" y="16"/>
                </a:cubicBezTo>
                <a:cubicBezTo>
                  <a:pt x="8" y="12"/>
                  <a:pt x="12" y="8"/>
                  <a:pt x="16" y="8"/>
                </a:cubicBezTo>
                <a:cubicBezTo>
                  <a:pt x="88" y="8"/>
                  <a:pt x="88" y="8"/>
                  <a:pt x="88" y="8"/>
                </a:cubicBezTo>
                <a:cubicBezTo>
                  <a:pt x="93" y="8"/>
                  <a:pt x="96" y="12"/>
                  <a:pt x="96" y="16"/>
                </a:cubicBezTo>
                <a:cubicBezTo>
                  <a:pt x="96" y="152"/>
                  <a:pt x="96" y="152"/>
                  <a:pt x="96" y="152"/>
                </a:cubicBezTo>
                <a:cubicBezTo>
                  <a:pt x="96" y="157"/>
                  <a:pt x="93" y="160"/>
                  <a:pt x="88" y="160"/>
                </a:cubicBezTo>
                <a:cubicBezTo>
                  <a:pt x="16" y="160"/>
                  <a:pt x="16" y="160"/>
                  <a:pt x="16" y="160"/>
                </a:cubicBezTo>
                <a:cubicBezTo>
                  <a:pt x="12" y="160"/>
                  <a:pt x="8" y="157"/>
                  <a:pt x="8" y="152"/>
                </a:cubicBezTo>
                <a:close/>
                <a:moveTo>
                  <a:pt x="192" y="152"/>
                </a:moveTo>
                <a:cubicBezTo>
                  <a:pt x="192" y="157"/>
                  <a:pt x="189" y="160"/>
                  <a:pt x="184" y="160"/>
                </a:cubicBezTo>
                <a:cubicBezTo>
                  <a:pt x="112" y="160"/>
                  <a:pt x="112" y="160"/>
                  <a:pt x="112" y="160"/>
                </a:cubicBezTo>
                <a:cubicBezTo>
                  <a:pt x="108" y="160"/>
                  <a:pt x="104" y="157"/>
                  <a:pt x="104" y="152"/>
                </a:cubicBezTo>
                <a:cubicBezTo>
                  <a:pt x="104" y="149"/>
                  <a:pt x="104" y="149"/>
                  <a:pt x="104" y="149"/>
                </a:cubicBezTo>
                <a:cubicBezTo>
                  <a:pt x="104" y="16"/>
                  <a:pt x="104" y="16"/>
                  <a:pt x="104" y="16"/>
                </a:cubicBezTo>
                <a:cubicBezTo>
                  <a:pt x="104" y="12"/>
                  <a:pt x="108" y="8"/>
                  <a:pt x="112" y="8"/>
                </a:cubicBezTo>
                <a:cubicBezTo>
                  <a:pt x="184" y="8"/>
                  <a:pt x="184" y="8"/>
                  <a:pt x="184" y="8"/>
                </a:cubicBezTo>
                <a:cubicBezTo>
                  <a:pt x="189" y="8"/>
                  <a:pt x="192" y="12"/>
                  <a:pt x="192" y="16"/>
                </a:cubicBezTo>
                <a:lnTo>
                  <a:pt x="192" y="15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72BC58B9-982C-4B26-A108-EE13D04C9948}"/>
              </a:ext>
            </a:extLst>
          </p:cNvPr>
          <p:cNvGrpSpPr/>
          <p:nvPr/>
        </p:nvGrpSpPr>
        <p:grpSpPr>
          <a:xfrm>
            <a:off x="1388477" y="1714778"/>
            <a:ext cx="578031" cy="565362"/>
            <a:chOff x="3380126" y="4286250"/>
            <a:chExt cx="544513" cy="544513"/>
          </a:xfrm>
        </p:grpSpPr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id="{55DBC0CE-15FB-417F-B323-6EF88F1E10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13464" y="4351338"/>
              <a:ext cx="477838" cy="479425"/>
            </a:xfrm>
            <a:custGeom>
              <a:avLst/>
              <a:gdLst>
                <a:gd name="T0" fmla="*/ 88 w 176"/>
                <a:gd name="T1" fmla="*/ 0 h 176"/>
                <a:gd name="T2" fmla="*/ 0 w 176"/>
                <a:gd name="T3" fmla="*/ 88 h 176"/>
                <a:gd name="T4" fmla="*/ 22 w 176"/>
                <a:gd name="T5" fmla="*/ 145 h 176"/>
                <a:gd name="T6" fmla="*/ 1 w 176"/>
                <a:gd name="T7" fmla="*/ 171 h 176"/>
                <a:gd name="T8" fmla="*/ 8 w 176"/>
                <a:gd name="T9" fmla="*/ 176 h 176"/>
                <a:gd name="T10" fmla="*/ 27 w 176"/>
                <a:gd name="T11" fmla="*/ 151 h 176"/>
                <a:gd name="T12" fmla="*/ 88 w 176"/>
                <a:gd name="T13" fmla="*/ 176 h 176"/>
                <a:gd name="T14" fmla="*/ 149 w 176"/>
                <a:gd name="T15" fmla="*/ 151 h 176"/>
                <a:gd name="T16" fmla="*/ 169 w 176"/>
                <a:gd name="T17" fmla="*/ 176 h 176"/>
                <a:gd name="T18" fmla="*/ 176 w 176"/>
                <a:gd name="T19" fmla="*/ 171 h 176"/>
                <a:gd name="T20" fmla="*/ 155 w 176"/>
                <a:gd name="T21" fmla="*/ 145 h 176"/>
                <a:gd name="T22" fmla="*/ 176 w 176"/>
                <a:gd name="T23" fmla="*/ 88 h 176"/>
                <a:gd name="T24" fmla="*/ 88 w 176"/>
                <a:gd name="T25" fmla="*/ 0 h 176"/>
                <a:gd name="T26" fmla="*/ 88 w 176"/>
                <a:gd name="T27" fmla="*/ 168 h 176"/>
                <a:gd name="T28" fmla="*/ 8 w 176"/>
                <a:gd name="T29" fmla="*/ 88 h 176"/>
                <a:gd name="T30" fmla="*/ 88 w 176"/>
                <a:gd name="T31" fmla="*/ 8 h 176"/>
                <a:gd name="T32" fmla="*/ 168 w 176"/>
                <a:gd name="T33" fmla="*/ 88 h 176"/>
                <a:gd name="T34" fmla="*/ 88 w 176"/>
                <a:gd name="T35" fmla="*/ 168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76" h="176">
                  <a:moveTo>
                    <a:pt x="88" y="0"/>
                  </a:moveTo>
                  <a:cubicBezTo>
                    <a:pt x="40" y="0"/>
                    <a:pt x="0" y="39"/>
                    <a:pt x="0" y="88"/>
                  </a:cubicBezTo>
                  <a:cubicBezTo>
                    <a:pt x="0" y="110"/>
                    <a:pt x="9" y="130"/>
                    <a:pt x="22" y="145"/>
                  </a:cubicBezTo>
                  <a:cubicBezTo>
                    <a:pt x="1" y="171"/>
                    <a:pt x="1" y="171"/>
                    <a:pt x="1" y="171"/>
                  </a:cubicBezTo>
                  <a:cubicBezTo>
                    <a:pt x="8" y="176"/>
                    <a:pt x="8" y="176"/>
                    <a:pt x="8" y="176"/>
                  </a:cubicBezTo>
                  <a:cubicBezTo>
                    <a:pt x="27" y="151"/>
                    <a:pt x="27" y="151"/>
                    <a:pt x="27" y="151"/>
                  </a:cubicBezTo>
                  <a:cubicBezTo>
                    <a:pt x="43" y="166"/>
                    <a:pt x="65" y="176"/>
                    <a:pt x="88" y="176"/>
                  </a:cubicBezTo>
                  <a:cubicBezTo>
                    <a:pt x="112" y="176"/>
                    <a:pt x="134" y="166"/>
                    <a:pt x="149" y="151"/>
                  </a:cubicBezTo>
                  <a:cubicBezTo>
                    <a:pt x="169" y="176"/>
                    <a:pt x="169" y="176"/>
                    <a:pt x="169" y="176"/>
                  </a:cubicBezTo>
                  <a:cubicBezTo>
                    <a:pt x="176" y="171"/>
                    <a:pt x="176" y="171"/>
                    <a:pt x="176" y="171"/>
                  </a:cubicBezTo>
                  <a:cubicBezTo>
                    <a:pt x="155" y="145"/>
                    <a:pt x="155" y="145"/>
                    <a:pt x="155" y="145"/>
                  </a:cubicBezTo>
                  <a:cubicBezTo>
                    <a:pt x="168" y="130"/>
                    <a:pt x="176" y="110"/>
                    <a:pt x="176" y="88"/>
                  </a:cubicBezTo>
                  <a:cubicBezTo>
                    <a:pt x="176" y="39"/>
                    <a:pt x="137" y="0"/>
                    <a:pt x="88" y="0"/>
                  </a:cubicBezTo>
                  <a:close/>
                  <a:moveTo>
                    <a:pt x="88" y="168"/>
                  </a:moveTo>
                  <a:cubicBezTo>
                    <a:pt x="44" y="168"/>
                    <a:pt x="8" y="132"/>
                    <a:pt x="8" y="88"/>
                  </a:cubicBezTo>
                  <a:cubicBezTo>
                    <a:pt x="8" y="44"/>
                    <a:pt x="44" y="8"/>
                    <a:pt x="88" y="8"/>
                  </a:cubicBezTo>
                  <a:cubicBezTo>
                    <a:pt x="132" y="8"/>
                    <a:pt x="168" y="44"/>
                    <a:pt x="168" y="88"/>
                  </a:cubicBezTo>
                  <a:cubicBezTo>
                    <a:pt x="168" y="132"/>
                    <a:pt x="132" y="168"/>
                    <a:pt x="88" y="16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id="{B0E89743-8FE7-422F-A19F-A33E96F262C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80126" y="4286250"/>
              <a:ext cx="174625" cy="174625"/>
            </a:xfrm>
            <a:custGeom>
              <a:avLst/>
              <a:gdLst>
                <a:gd name="T0" fmla="*/ 64 w 64"/>
                <a:gd name="T1" fmla="*/ 0 h 64"/>
                <a:gd name="T2" fmla="*/ 40 w 64"/>
                <a:gd name="T3" fmla="*/ 0 h 64"/>
                <a:gd name="T4" fmla="*/ 0 w 64"/>
                <a:gd name="T5" fmla="*/ 40 h 64"/>
                <a:gd name="T6" fmla="*/ 0 w 64"/>
                <a:gd name="T7" fmla="*/ 64 h 64"/>
                <a:gd name="T8" fmla="*/ 12 w 64"/>
                <a:gd name="T9" fmla="*/ 64 h 64"/>
                <a:gd name="T10" fmla="*/ 64 w 64"/>
                <a:gd name="T11" fmla="*/ 11 h 64"/>
                <a:gd name="T12" fmla="*/ 64 w 64"/>
                <a:gd name="T13" fmla="*/ 0 h 64"/>
                <a:gd name="T14" fmla="*/ 56 w 64"/>
                <a:gd name="T15" fmla="*/ 8 h 64"/>
                <a:gd name="T16" fmla="*/ 8 w 64"/>
                <a:gd name="T17" fmla="*/ 56 h 64"/>
                <a:gd name="T18" fmla="*/ 8 w 64"/>
                <a:gd name="T19" fmla="*/ 56 h 64"/>
                <a:gd name="T20" fmla="*/ 8 w 64"/>
                <a:gd name="T21" fmla="*/ 40 h 64"/>
                <a:gd name="T22" fmla="*/ 40 w 64"/>
                <a:gd name="T23" fmla="*/ 8 h 64"/>
                <a:gd name="T24" fmla="*/ 56 w 64"/>
                <a:gd name="T25" fmla="*/ 8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4" h="64">
                  <a:moveTo>
                    <a:pt x="64" y="0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18" y="0"/>
                    <a:pt x="0" y="18"/>
                    <a:pt x="0" y="40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12" y="64"/>
                    <a:pt x="12" y="64"/>
                    <a:pt x="12" y="64"/>
                  </a:cubicBezTo>
                  <a:cubicBezTo>
                    <a:pt x="64" y="11"/>
                    <a:pt x="64" y="11"/>
                    <a:pt x="64" y="11"/>
                  </a:cubicBezTo>
                  <a:lnTo>
                    <a:pt x="64" y="0"/>
                  </a:lnTo>
                  <a:close/>
                  <a:moveTo>
                    <a:pt x="56" y="8"/>
                  </a:moveTo>
                  <a:cubicBezTo>
                    <a:pt x="8" y="56"/>
                    <a:pt x="8" y="56"/>
                    <a:pt x="8" y="56"/>
                  </a:cubicBezTo>
                  <a:cubicBezTo>
                    <a:pt x="8" y="56"/>
                    <a:pt x="8" y="56"/>
                    <a:pt x="8" y="56"/>
                  </a:cubicBezTo>
                  <a:cubicBezTo>
                    <a:pt x="8" y="40"/>
                    <a:pt x="8" y="40"/>
                    <a:pt x="8" y="40"/>
                  </a:cubicBezTo>
                  <a:cubicBezTo>
                    <a:pt x="8" y="22"/>
                    <a:pt x="23" y="8"/>
                    <a:pt x="40" y="8"/>
                  </a:cubicBezTo>
                  <a:cubicBezTo>
                    <a:pt x="56" y="8"/>
                    <a:pt x="56" y="8"/>
                    <a:pt x="56" y="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id="{BA540002-0D81-443B-8F5A-581B2FA7D81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53189" y="4286250"/>
              <a:ext cx="171450" cy="174625"/>
            </a:xfrm>
            <a:custGeom>
              <a:avLst/>
              <a:gdLst>
                <a:gd name="T0" fmla="*/ 23 w 63"/>
                <a:gd name="T1" fmla="*/ 0 h 64"/>
                <a:gd name="T2" fmla="*/ 0 w 63"/>
                <a:gd name="T3" fmla="*/ 0 h 64"/>
                <a:gd name="T4" fmla="*/ 0 w 63"/>
                <a:gd name="T5" fmla="*/ 11 h 64"/>
                <a:gd name="T6" fmla="*/ 52 w 63"/>
                <a:gd name="T7" fmla="*/ 64 h 64"/>
                <a:gd name="T8" fmla="*/ 63 w 63"/>
                <a:gd name="T9" fmla="*/ 64 h 64"/>
                <a:gd name="T10" fmla="*/ 63 w 63"/>
                <a:gd name="T11" fmla="*/ 40 h 64"/>
                <a:gd name="T12" fmla="*/ 23 w 63"/>
                <a:gd name="T13" fmla="*/ 0 h 64"/>
                <a:gd name="T14" fmla="*/ 55 w 63"/>
                <a:gd name="T15" fmla="*/ 56 h 64"/>
                <a:gd name="T16" fmla="*/ 55 w 63"/>
                <a:gd name="T17" fmla="*/ 56 h 64"/>
                <a:gd name="T18" fmla="*/ 8 w 63"/>
                <a:gd name="T19" fmla="*/ 8 h 64"/>
                <a:gd name="T20" fmla="*/ 8 w 63"/>
                <a:gd name="T21" fmla="*/ 8 h 64"/>
                <a:gd name="T22" fmla="*/ 23 w 63"/>
                <a:gd name="T23" fmla="*/ 8 h 64"/>
                <a:gd name="T24" fmla="*/ 55 w 63"/>
                <a:gd name="T25" fmla="*/ 40 h 64"/>
                <a:gd name="T26" fmla="*/ 55 w 63"/>
                <a:gd name="T27" fmla="*/ 56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3" h="64">
                  <a:moveTo>
                    <a:pt x="23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52" y="64"/>
                    <a:pt x="52" y="64"/>
                    <a:pt x="52" y="64"/>
                  </a:cubicBezTo>
                  <a:cubicBezTo>
                    <a:pt x="63" y="64"/>
                    <a:pt x="63" y="64"/>
                    <a:pt x="63" y="64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3" y="18"/>
                    <a:pt x="46" y="0"/>
                    <a:pt x="23" y="0"/>
                  </a:cubicBezTo>
                  <a:close/>
                  <a:moveTo>
                    <a:pt x="55" y="56"/>
                  </a:moveTo>
                  <a:cubicBezTo>
                    <a:pt x="55" y="56"/>
                    <a:pt x="55" y="56"/>
                    <a:pt x="55" y="56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41" y="8"/>
                    <a:pt x="55" y="22"/>
                    <a:pt x="55" y="40"/>
                  </a:cubicBezTo>
                  <a:lnTo>
                    <a:pt x="55" y="5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id="{D3F73766-51BE-4812-AA0D-892077106629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1414" y="4416425"/>
              <a:ext cx="141288" cy="196850"/>
            </a:xfrm>
            <a:custGeom>
              <a:avLst/>
              <a:gdLst>
                <a:gd name="T0" fmla="*/ 76 w 89"/>
                <a:gd name="T1" fmla="*/ 110 h 124"/>
                <a:gd name="T2" fmla="*/ 0 w 89"/>
                <a:gd name="T3" fmla="*/ 110 h 124"/>
                <a:gd name="T4" fmla="*/ 0 w 89"/>
                <a:gd name="T5" fmla="*/ 124 h 124"/>
                <a:gd name="T6" fmla="*/ 89 w 89"/>
                <a:gd name="T7" fmla="*/ 124 h 124"/>
                <a:gd name="T8" fmla="*/ 89 w 89"/>
                <a:gd name="T9" fmla="*/ 0 h 124"/>
                <a:gd name="T10" fmla="*/ 76 w 89"/>
                <a:gd name="T11" fmla="*/ 0 h 124"/>
                <a:gd name="T12" fmla="*/ 76 w 89"/>
                <a:gd name="T13" fmla="*/ 110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9" h="124">
                  <a:moveTo>
                    <a:pt x="76" y="110"/>
                  </a:moveTo>
                  <a:lnTo>
                    <a:pt x="0" y="110"/>
                  </a:lnTo>
                  <a:lnTo>
                    <a:pt x="0" y="124"/>
                  </a:lnTo>
                  <a:lnTo>
                    <a:pt x="89" y="124"/>
                  </a:lnTo>
                  <a:lnTo>
                    <a:pt x="89" y="0"/>
                  </a:lnTo>
                  <a:lnTo>
                    <a:pt x="76" y="0"/>
                  </a:lnTo>
                  <a:lnTo>
                    <a:pt x="76" y="11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27" name="Freeform 56">
            <a:extLst>
              <a:ext uri="{FF2B5EF4-FFF2-40B4-BE49-F238E27FC236}">
                <a16:creationId xmlns:a16="http://schemas.microsoft.com/office/drawing/2014/main" id="{2B51EC69-A54B-49AA-9EF3-861B06C1951A}"/>
              </a:ext>
            </a:extLst>
          </p:cNvPr>
          <p:cNvSpPr>
            <a:spLocks noEditPoints="1"/>
          </p:cNvSpPr>
          <p:nvPr/>
        </p:nvSpPr>
        <p:spPr bwMode="auto">
          <a:xfrm>
            <a:off x="8272730" y="1734765"/>
            <a:ext cx="532529" cy="520858"/>
          </a:xfrm>
          <a:custGeom>
            <a:avLst/>
            <a:gdLst>
              <a:gd name="T0" fmla="*/ 181 w 185"/>
              <a:gd name="T1" fmla="*/ 3 h 184"/>
              <a:gd name="T2" fmla="*/ 172 w 185"/>
              <a:gd name="T3" fmla="*/ 0 h 184"/>
              <a:gd name="T4" fmla="*/ 164 w 185"/>
              <a:gd name="T5" fmla="*/ 3 h 184"/>
              <a:gd name="T6" fmla="*/ 128 w 185"/>
              <a:gd name="T7" fmla="*/ 38 h 184"/>
              <a:gd name="T8" fmla="*/ 128 w 185"/>
              <a:gd name="T9" fmla="*/ 32 h 184"/>
              <a:gd name="T10" fmla="*/ 0 w 185"/>
              <a:gd name="T11" fmla="*/ 32 h 184"/>
              <a:gd name="T12" fmla="*/ 0 w 185"/>
              <a:gd name="T13" fmla="*/ 184 h 184"/>
              <a:gd name="T14" fmla="*/ 152 w 185"/>
              <a:gd name="T15" fmla="*/ 184 h 184"/>
              <a:gd name="T16" fmla="*/ 152 w 185"/>
              <a:gd name="T17" fmla="*/ 56 h 184"/>
              <a:gd name="T18" fmla="*/ 145 w 185"/>
              <a:gd name="T19" fmla="*/ 56 h 184"/>
              <a:gd name="T20" fmla="*/ 181 w 185"/>
              <a:gd name="T21" fmla="*/ 20 h 184"/>
              <a:gd name="T22" fmla="*/ 181 w 185"/>
              <a:gd name="T23" fmla="*/ 3 h 184"/>
              <a:gd name="T24" fmla="*/ 144 w 185"/>
              <a:gd name="T25" fmla="*/ 176 h 184"/>
              <a:gd name="T26" fmla="*/ 8 w 185"/>
              <a:gd name="T27" fmla="*/ 176 h 184"/>
              <a:gd name="T28" fmla="*/ 8 w 185"/>
              <a:gd name="T29" fmla="*/ 40 h 184"/>
              <a:gd name="T30" fmla="*/ 127 w 185"/>
              <a:gd name="T31" fmla="*/ 40 h 184"/>
              <a:gd name="T32" fmla="*/ 64 w 185"/>
              <a:gd name="T33" fmla="*/ 102 h 184"/>
              <a:gd name="T34" fmla="*/ 64 w 185"/>
              <a:gd name="T35" fmla="*/ 120 h 184"/>
              <a:gd name="T36" fmla="*/ 81 w 185"/>
              <a:gd name="T37" fmla="*/ 120 h 184"/>
              <a:gd name="T38" fmla="*/ 144 w 185"/>
              <a:gd name="T39" fmla="*/ 56 h 184"/>
              <a:gd name="T40" fmla="*/ 144 w 185"/>
              <a:gd name="T41" fmla="*/ 176 h 184"/>
              <a:gd name="T42" fmla="*/ 175 w 185"/>
              <a:gd name="T43" fmla="*/ 14 h 184"/>
              <a:gd name="T44" fmla="*/ 78 w 185"/>
              <a:gd name="T45" fmla="*/ 112 h 184"/>
              <a:gd name="T46" fmla="*/ 72 w 185"/>
              <a:gd name="T47" fmla="*/ 112 h 184"/>
              <a:gd name="T48" fmla="*/ 72 w 185"/>
              <a:gd name="T49" fmla="*/ 106 h 184"/>
              <a:gd name="T50" fmla="*/ 169 w 185"/>
              <a:gd name="T51" fmla="*/ 9 h 184"/>
              <a:gd name="T52" fmla="*/ 172 w 185"/>
              <a:gd name="T53" fmla="*/ 8 h 184"/>
              <a:gd name="T54" fmla="*/ 175 w 185"/>
              <a:gd name="T55" fmla="*/ 9 h 184"/>
              <a:gd name="T56" fmla="*/ 176 w 185"/>
              <a:gd name="T57" fmla="*/ 12 h 184"/>
              <a:gd name="T58" fmla="*/ 175 w 185"/>
              <a:gd name="T59" fmla="*/ 14 h 1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185" h="184">
                <a:moveTo>
                  <a:pt x="181" y="3"/>
                </a:moveTo>
                <a:cubicBezTo>
                  <a:pt x="178" y="1"/>
                  <a:pt x="175" y="0"/>
                  <a:pt x="172" y="0"/>
                </a:cubicBezTo>
                <a:cubicBezTo>
                  <a:pt x="169" y="0"/>
                  <a:pt x="166" y="1"/>
                  <a:pt x="164" y="3"/>
                </a:cubicBezTo>
                <a:cubicBezTo>
                  <a:pt x="128" y="38"/>
                  <a:pt x="128" y="38"/>
                  <a:pt x="128" y="38"/>
                </a:cubicBezTo>
                <a:cubicBezTo>
                  <a:pt x="128" y="32"/>
                  <a:pt x="128" y="32"/>
                  <a:pt x="128" y="32"/>
                </a:cubicBezTo>
                <a:cubicBezTo>
                  <a:pt x="0" y="32"/>
                  <a:pt x="0" y="32"/>
                  <a:pt x="0" y="32"/>
                </a:cubicBezTo>
                <a:cubicBezTo>
                  <a:pt x="0" y="184"/>
                  <a:pt x="0" y="184"/>
                  <a:pt x="0" y="184"/>
                </a:cubicBezTo>
                <a:cubicBezTo>
                  <a:pt x="152" y="184"/>
                  <a:pt x="152" y="184"/>
                  <a:pt x="152" y="184"/>
                </a:cubicBezTo>
                <a:cubicBezTo>
                  <a:pt x="152" y="56"/>
                  <a:pt x="152" y="56"/>
                  <a:pt x="152" y="56"/>
                </a:cubicBezTo>
                <a:cubicBezTo>
                  <a:pt x="145" y="56"/>
                  <a:pt x="145" y="56"/>
                  <a:pt x="145" y="56"/>
                </a:cubicBezTo>
                <a:cubicBezTo>
                  <a:pt x="181" y="20"/>
                  <a:pt x="181" y="20"/>
                  <a:pt x="181" y="20"/>
                </a:cubicBezTo>
                <a:cubicBezTo>
                  <a:pt x="185" y="15"/>
                  <a:pt x="185" y="8"/>
                  <a:pt x="181" y="3"/>
                </a:cubicBezTo>
                <a:close/>
                <a:moveTo>
                  <a:pt x="144" y="176"/>
                </a:moveTo>
                <a:cubicBezTo>
                  <a:pt x="8" y="176"/>
                  <a:pt x="8" y="176"/>
                  <a:pt x="8" y="176"/>
                </a:cubicBezTo>
                <a:cubicBezTo>
                  <a:pt x="8" y="40"/>
                  <a:pt x="8" y="40"/>
                  <a:pt x="8" y="40"/>
                </a:cubicBezTo>
                <a:cubicBezTo>
                  <a:pt x="127" y="40"/>
                  <a:pt x="127" y="40"/>
                  <a:pt x="127" y="40"/>
                </a:cubicBezTo>
                <a:cubicBezTo>
                  <a:pt x="64" y="102"/>
                  <a:pt x="64" y="102"/>
                  <a:pt x="64" y="102"/>
                </a:cubicBezTo>
                <a:cubicBezTo>
                  <a:pt x="64" y="120"/>
                  <a:pt x="64" y="120"/>
                  <a:pt x="64" y="120"/>
                </a:cubicBezTo>
                <a:cubicBezTo>
                  <a:pt x="81" y="120"/>
                  <a:pt x="81" y="120"/>
                  <a:pt x="81" y="120"/>
                </a:cubicBezTo>
                <a:cubicBezTo>
                  <a:pt x="144" y="56"/>
                  <a:pt x="144" y="56"/>
                  <a:pt x="144" y="56"/>
                </a:cubicBezTo>
                <a:lnTo>
                  <a:pt x="144" y="176"/>
                </a:lnTo>
                <a:close/>
                <a:moveTo>
                  <a:pt x="175" y="14"/>
                </a:moveTo>
                <a:cubicBezTo>
                  <a:pt x="78" y="112"/>
                  <a:pt x="78" y="112"/>
                  <a:pt x="78" y="112"/>
                </a:cubicBezTo>
                <a:cubicBezTo>
                  <a:pt x="72" y="112"/>
                  <a:pt x="72" y="112"/>
                  <a:pt x="72" y="112"/>
                </a:cubicBezTo>
                <a:cubicBezTo>
                  <a:pt x="72" y="106"/>
                  <a:pt x="72" y="106"/>
                  <a:pt x="72" y="106"/>
                </a:cubicBezTo>
                <a:cubicBezTo>
                  <a:pt x="169" y="9"/>
                  <a:pt x="169" y="9"/>
                  <a:pt x="169" y="9"/>
                </a:cubicBezTo>
                <a:cubicBezTo>
                  <a:pt x="170" y="8"/>
                  <a:pt x="172" y="8"/>
                  <a:pt x="172" y="8"/>
                </a:cubicBezTo>
                <a:cubicBezTo>
                  <a:pt x="173" y="8"/>
                  <a:pt x="174" y="8"/>
                  <a:pt x="175" y="9"/>
                </a:cubicBezTo>
                <a:cubicBezTo>
                  <a:pt x="176" y="10"/>
                  <a:pt x="176" y="11"/>
                  <a:pt x="176" y="12"/>
                </a:cubicBezTo>
                <a:cubicBezTo>
                  <a:pt x="176" y="12"/>
                  <a:pt x="176" y="13"/>
                  <a:pt x="175" y="14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0" name="半闭框 29">
            <a:extLst>
              <a:ext uri="{FF2B5EF4-FFF2-40B4-BE49-F238E27FC236}">
                <a16:creationId xmlns:a16="http://schemas.microsoft.com/office/drawing/2014/main" id="{97AAD517-ECBC-4A9F-A177-8D2FE0AF94A3}"/>
              </a:ext>
            </a:extLst>
          </p:cNvPr>
          <p:cNvSpPr/>
          <p:nvPr/>
        </p:nvSpPr>
        <p:spPr>
          <a:xfrm rot="10800000">
            <a:off x="7336594" y="5343735"/>
            <a:ext cx="322028" cy="329979"/>
          </a:xfrm>
          <a:prstGeom prst="halfFrame">
            <a:avLst/>
          </a:prstGeom>
          <a:solidFill>
            <a:srgbClr val="A620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1" name="半闭框 30">
            <a:extLst>
              <a:ext uri="{FF2B5EF4-FFF2-40B4-BE49-F238E27FC236}">
                <a16:creationId xmlns:a16="http://schemas.microsoft.com/office/drawing/2014/main" id="{3ECD06E0-D15C-4A63-8E46-C827D59924F1}"/>
              </a:ext>
            </a:extLst>
          </p:cNvPr>
          <p:cNvSpPr/>
          <p:nvPr/>
        </p:nvSpPr>
        <p:spPr>
          <a:xfrm rot="10800000">
            <a:off x="10768600" y="5343735"/>
            <a:ext cx="322028" cy="329979"/>
          </a:xfrm>
          <a:prstGeom prst="halfFrame">
            <a:avLst/>
          </a:prstGeom>
          <a:solidFill>
            <a:srgbClr val="A620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2" name="半闭框 31">
            <a:extLst>
              <a:ext uri="{FF2B5EF4-FFF2-40B4-BE49-F238E27FC236}">
                <a16:creationId xmlns:a16="http://schemas.microsoft.com/office/drawing/2014/main" id="{DF22908C-F1CC-402C-9D0D-69C1E7BAC706}"/>
              </a:ext>
            </a:extLst>
          </p:cNvPr>
          <p:cNvSpPr/>
          <p:nvPr/>
        </p:nvSpPr>
        <p:spPr>
          <a:xfrm rot="10800000">
            <a:off x="3962836" y="5328918"/>
            <a:ext cx="322028" cy="329979"/>
          </a:xfrm>
          <a:prstGeom prst="halfFrame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62664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94FEBC-0644-96AF-7D65-ED422FCA5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6B68322A-DF13-073A-8BC0-1CF78D0F7AF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References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9F46284-DBB1-46F4-92D9-19183F268A1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37676" y="1190090"/>
            <a:ext cx="11174254" cy="4765791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sz="1600" spc="0" dirty="0"/>
              <a:t>SHOUP, V.</a:t>
            </a:r>
            <a:r>
              <a:rPr lang="en-US" altLang="zh-CN" sz="1600" b="0" spc="0" dirty="0"/>
              <a:t> A proposal for an ISO standard for public key encryption[J]. Cryptology </a:t>
            </a:r>
            <a:r>
              <a:rPr lang="en-US" altLang="zh-CN" sz="1600" b="0" spc="0" dirty="0" err="1"/>
              <a:t>ePrint</a:t>
            </a:r>
            <a:r>
              <a:rPr lang="en-US" altLang="zh-CN" sz="1600" b="0" spc="0" dirty="0"/>
              <a:t> Archive, 2001.</a:t>
            </a:r>
          </a:p>
          <a:p>
            <a:pPr>
              <a:lnSpc>
                <a:spcPct val="150000"/>
              </a:lnSpc>
            </a:pPr>
            <a:r>
              <a:rPr lang="en-US" altLang="zh-CN" sz="1600" spc="0" dirty="0"/>
              <a:t>CRAMER R,SHOUP V. </a:t>
            </a:r>
            <a:r>
              <a:rPr lang="en-US" altLang="zh-CN" sz="1600" b="0" spc="0" dirty="0"/>
              <a:t>Design and analysis of practical public-key encryption schemes secure against adaptive chosen ciphertext attack[J]. SIAM Journal on Computing, 2003, 33(1): 167-226</a:t>
            </a:r>
          </a:p>
          <a:p>
            <a:pPr>
              <a:lnSpc>
                <a:spcPct val="150000"/>
              </a:lnSpc>
            </a:pPr>
            <a:r>
              <a:rPr lang="en-US" altLang="zh-CN" sz="1600" spc="0" dirty="0"/>
              <a:t>FUJISAKI E, OKAMOTO T. </a:t>
            </a:r>
            <a:r>
              <a:rPr lang="en-US" altLang="zh-CN" sz="1600" b="0" spc="0" dirty="0"/>
              <a:t>Secure integration of asymmetric and symmetric encryption schemes[C]//Annual international cryptology conference. 1999:537-554</a:t>
            </a:r>
          </a:p>
          <a:p>
            <a:pPr>
              <a:lnSpc>
                <a:spcPct val="150000"/>
              </a:lnSpc>
            </a:pPr>
            <a:r>
              <a:rPr lang="en-US" altLang="zh-CN" sz="1600" spc="0" dirty="0"/>
              <a:t>NIST.</a:t>
            </a:r>
            <a:r>
              <a:rPr lang="en-US" altLang="zh-CN" sz="1600" b="0" spc="0" dirty="0"/>
              <a:t> FIPS 203: Module-Lattice-Based Key-Encapsulation Mechanism Standard. 2024. </a:t>
            </a:r>
          </a:p>
          <a:p>
            <a:pPr>
              <a:lnSpc>
                <a:spcPct val="150000"/>
              </a:lnSpc>
            </a:pPr>
            <a:r>
              <a:rPr lang="en-US" altLang="zh-CN" sz="1600" spc="0" dirty="0"/>
              <a:t>BARNES R, BHARGAVAN K, LIPP B, et al. </a:t>
            </a:r>
            <a:r>
              <a:rPr lang="en-US" altLang="zh-CN" sz="1600" b="0" spc="0" dirty="0"/>
              <a:t>Hybrid Public Key Encryption: 9180 [R/OL]. RFC Editor. 2022.</a:t>
            </a:r>
          </a:p>
          <a:p>
            <a:pPr>
              <a:lnSpc>
                <a:spcPct val="150000"/>
              </a:lnSpc>
            </a:pPr>
            <a:r>
              <a:rPr lang="en-US" altLang="zh-CN" sz="1600" spc="0" dirty="0"/>
              <a:t>STEBILA D, FLUHRER S, GUERON S. </a:t>
            </a:r>
            <a:r>
              <a:rPr lang="en-US" altLang="zh-CN" sz="1600" b="0" spc="0" dirty="0"/>
              <a:t>Hybrid key exchange in TLS 1.3: draft-</a:t>
            </a:r>
            <a:r>
              <a:rPr lang="en-US" altLang="zh-CN" sz="1600" b="0" spc="0" dirty="0" err="1"/>
              <a:t>ietf</a:t>
            </a:r>
            <a:r>
              <a:rPr lang="en-US" altLang="zh-CN" sz="1600" b="0" spc="0" dirty="0"/>
              <a:t>-</a:t>
            </a:r>
            <a:r>
              <a:rPr lang="en-US" altLang="zh-CN" sz="1600" b="0" spc="0" dirty="0" err="1"/>
              <a:t>tls</a:t>
            </a:r>
            <a:r>
              <a:rPr lang="en-US" altLang="zh-CN" sz="1600" b="0" spc="0" dirty="0"/>
              <a:t> hybrid-design-16[R/OL]. Internet Engineering Task Force. 2025. </a:t>
            </a:r>
          </a:p>
          <a:p>
            <a:pPr>
              <a:lnSpc>
                <a:spcPct val="150000"/>
              </a:lnSpc>
            </a:pPr>
            <a:r>
              <a:rPr lang="en-US" altLang="zh-CN" sz="1600" spc="0" dirty="0"/>
              <a:t>KWIATKOWSKI K, KAMPANAKIS P, WESTERBAAN B, et al. </a:t>
            </a:r>
            <a:r>
              <a:rPr lang="en-US" altLang="zh-CN" sz="1600" b="0" spc="0" dirty="0"/>
              <a:t>Post-quantum hybrid</a:t>
            </a:r>
            <a:r>
              <a:rPr lang="zh-CN" altLang="en-US" sz="1600" b="0" spc="0" dirty="0"/>
              <a:t> </a:t>
            </a:r>
            <a:r>
              <a:rPr lang="en-US" altLang="zh-CN" sz="1600" b="0" spc="0" dirty="0"/>
              <a:t>ECDHE-MLKEM Key Agreement for TLSv1.3: draft-ietf-tls-ecdhe-mlkem-04[R/OL].</a:t>
            </a:r>
            <a:r>
              <a:rPr lang="zh-CN" altLang="en-US" sz="1600" b="0" spc="0" dirty="0"/>
              <a:t> </a:t>
            </a:r>
            <a:r>
              <a:rPr lang="en-US" altLang="zh-CN" sz="1600" b="0" spc="0" dirty="0"/>
              <a:t>Internet Engineering Task Force. 2026.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2855B4-0461-131C-D491-522CBAFD33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48644C6-89F0-466C-949F-E70AD72679A8}" type="slidenum">
              <a:rPr lang="zh-CN" altLang="en-US" smtClean="0"/>
              <a:pPr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00257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C4542EF4-2CD2-414F-BB8A-5F063B66913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95160" y="2667000"/>
            <a:ext cx="7054894" cy="1066800"/>
          </a:xfrm>
        </p:spPr>
        <p:txBody>
          <a:bodyPr/>
          <a:lstStyle/>
          <a:p>
            <a:pPr algn="ctr"/>
            <a:r>
              <a:rPr lang="en-US" altLang="zh-CN" sz="6600" dirty="0"/>
              <a:t>THANK YOU</a:t>
            </a:r>
            <a:endParaRPr lang="zh-CN" altLang="en-US" sz="6600" dirty="0"/>
          </a:p>
        </p:txBody>
      </p:sp>
    </p:spTree>
    <p:extLst>
      <p:ext uri="{BB962C8B-B14F-4D97-AF65-F5344CB8AC3E}">
        <p14:creationId xmlns:p14="http://schemas.microsoft.com/office/powerpoint/2010/main" val="38940373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Narrow&quot;,&quot;Name&quot;:&quot;窄&quot;,&quot;HeaderHeight&quot;:10.0,&quot;FooterHeight&quot;:5.0,&quot;SideMargin&quot;:2.5,&quot;TopMargin&quot;:0.0,&quot;BottomMargin&quot;:0.0,&quot;IntervalMargin&quot;:1.0,&quot;SettingType&quot;:&quot;System&quot;}"/>
</p:tagLst>
</file>

<file path=ppt/theme/theme1.xml><?xml version="1.0" encoding="utf-8"?>
<a:theme xmlns:a="http://schemas.openxmlformats.org/drawingml/2006/main" name="赤霞朱主题​​">
  <a:themeElements>
    <a:clrScheme name="自定义 2">
      <a:dk1>
        <a:srgbClr val="262626"/>
      </a:dk1>
      <a:lt1>
        <a:srgbClr val="FFFFFF"/>
      </a:lt1>
      <a:dk2>
        <a:srgbClr val="3F3F3F"/>
      </a:dk2>
      <a:lt2>
        <a:srgbClr val="DBDBDB"/>
      </a:lt2>
      <a:accent1>
        <a:srgbClr val="C00000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8234</TotalTime>
  <Words>2378</Words>
  <Application>Microsoft Office PowerPoint</Application>
  <PresentationFormat>宽屏</PresentationFormat>
  <Paragraphs>172</Paragraphs>
  <Slides>18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6" baseType="lpstr">
      <vt:lpstr>等线</vt:lpstr>
      <vt:lpstr>微软雅黑</vt:lpstr>
      <vt:lpstr>Arial</vt:lpstr>
      <vt:lpstr>Book Antiqua</vt:lpstr>
      <vt:lpstr>Cambria Math</vt:lpstr>
      <vt:lpstr>Times New Roman</vt:lpstr>
      <vt:lpstr>Wingdings</vt:lpstr>
      <vt:lpstr>赤霞朱主题​​</vt:lpstr>
      <vt:lpstr>PowerPoint 演示文稿</vt:lpstr>
      <vt:lpstr>PowerPoint 演示文稿</vt:lpstr>
      <vt:lpstr>Introduction</vt:lpstr>
      <vt:lpstr>PowerPoint 演示文稿</vt:lpstr>
      <vt:lpstr>PowerPoint 演示文稿</vt:lpstr>
      <vt:lpstr>Technical Core </vt:lpstr>
      <vt:lpstr>PowerPoint 演示文稿</vt:lpstr>
      <vt:lpstr>PowerPoint 演示文稿</vt:lpstr>
      <vt:lpstr>PowerPoint 演示文稿</vt:lpstr>
      <vt:lpstr>PowerPoint 演示文稿</vt:lpstr>
      <vt:lpstr>Implementation</vt:lpstr>
      <vt:lpstr>PowerPoint 演示文稿</vt:lpstr>
      <vt:lpstr>PowerPoint 演示文稿</vt:lpstr>
      <vt:lpstr>Personal Insights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徐臻</dc:creator>
  <cp:keywords>2023模板</cp:keywords>
  <cp:lastModifiedBy>野芥 有野</cp:lastModifiedBy>
  <cp:revision>406</cp:revision>
  <dcterms:created xsi:type="dcterms:W3CDTF">2019-01-23T14:14:04Z</dcterms:created>
  <dcterms:modified xsi:type="dcterms:W3CDTF">2026-05-07T07:31:24Z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42aa342-8706-4288-bd11-ebb85995028c_Enabled">
    <vt:lpwstr>True</vt:lpwstr>
  </property>
  <property fmtid="{D5CDD505-2E9C-101B-9397-08002B2CF9AE}" pid="3" name="MSIP_Label_f42aa342-8706-4288-bd11-ebb85995028c_SiteId">
    <vt:lpwstr>72f988bf-86f1-41af-91ab-2d7cd011db47</vt:lpwstr>
  </property>
  <property fmtid="{D5CDD505-2E9C-101B-9397-08002B2CF9AE}" pid="4" name="MSIP_Label_f42aa342-8706-4288-bd11-ebb85995028c_Owner">
    <vt:lpwstr>Nuaxnuy@DESKTOP-GLORKB7</vt:lpwstr>
  </property>
  <property fmtid="{D5CDD505-2E9C-101B-9397-08002B2CF9AE}" pid="5" name="MSIP_Label_f42aa342-8706-4288-bd11-ebb85995028c_SetDate">
    <vt:lpwstr>2019-04-13T04:31:50.2944312Z</vt:lpwstr>
  </property>
  <property fmtid="{D5CDD505-2E9C-101B-9397-08002B2CF9AE}" pid="6" name="MSIP_Label_f42aa342-8706-4288-bd11-ebb85995028c_Name">
    <vt:lpwstr>General</vt:lpwstr>
  </property>
  <property fmtid="{D5CDD505-2E9C-101B-9397-08002B2CF9AE}" pid="7" name="MSIP_Label_f42aa342-8706-4288-bd11-ebb85995028c_Application">
    <vt:lpwstr>Microsoft Azure Information Protection</vt:lpwstr>
  </property>
  <property fmtid="{D5CDD505-2E9C-101B-9397-08002B2CF9AE}" pid="8" name="MSIP_Label_f42aa342-8706-4288-bd11-ebb85995028c_ActionId">
    <vt:lpwstr>7b149082-93e1-4519-a220-b561cf239821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